
<file path=[Content_Types].xml><?xml version="1.0" encoding="utf-8"?>
<Types xmlns="http://schemas.openxmlformats.org/package/2006/content-types">
  <Default Extension="jfif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5"/>
  </p:notesMasterIdLst>
  <p:handoutMasterIdLst>
    <p:handoutMasterId r:id="rId26"/>
  </p:handoutMasterIdLst>
  <p:sldIdLst>
    <p:sldId id="292" r:id="rId5"/>
    <p:sldId id="299" r:id="rId6"/>
    <p:sldId id="297" r:id="rId7"/>
    <p:sldId id="261" r:id="rId8"/>
    <p:sldId id="301" r:id="rId9"/>
    <p:sldId id="304" r:id="rId10"/>
    <p:sldId id="302" r:id="rId11"/>
    <p:sldId id="298" r:id="rId12"/>
    <p:sldId id="293" r:id="rId13"/>
    <p:sldId id="305" r:id="rId14"/>
    <p:sldId id="306" r:id="rId15"/>
    <p:sldId id="307" r:id="rId16"/>
    <p:sldId id="300" r:id="rId17"/>
    <p:sldId id="269" r:id="rId18"/>
    <p:sldId id="295" r:id="rId19"/>
    <p:sldId id="308" r:id="rId20"/>
    <p:sldId id="309" r:id="rId21"/>
    <p:sldId id="310" r:id="rId22"/>
    <p:sldId id="311" r:id="rId23"/>
    <p:sldId id="289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6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84400"/>
    <a:srgbClr val="446992"/>
    <a:srgbClr val="AEC2D8"/>
    <a:srgbClr val="98432A"/>
    <a:srgbClr val="44678D"/>
    <a:srgbClr val="263E5A"/>
    <a:srgbClr val="D6E0EB"/>
    <a:srgbClr val="728DAB"/>
    <a:srgbClr val="C95B3A"/>
    <a:srgbClr val="2D4C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18" autoAdjust="0"/>
    <p:restoredTop sz="94839" autoAdjust="0"/>
  </p:normalViewPr>
  <p:slideViewPr>
    <p:cSldViewPr snapToGrid="0" showGuides="1">
      <p:cViewPr varScale="1">
        <p:scale>
          <a:sx n="117" d="100"/>
          <a:sy n="117" d="100"/>
        </p:scale>
        <p:origin x="120" y="456"/>
      </p:cViewPr>
      <p:guideLst>
        <p:guide orient="horz" pos="1536"/>
        <p:guide pos="31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2491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7E3961-5613-64C6-63C3-6085D0CDAE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6D1F08-FF42-95F6-3130-AE63E56048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D26A2A-0A96-0647-84E5-C82F2EFD9474}" type="datetimeFigureOut">
              <a:rPr lang="en-US" smtClean="0"/>
              <a:t>7/27/2026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D5B35B-A046-EC3C-A80E-3D9D12C149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2DDE3-703C-8B4C-9506-EC0A39AACD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8DC1D1-B6C2-C644-8BF1-C34DBFFE1C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479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0D2594CA-29C5-062F-2EA7-C593B096C62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9" name="Slide Image Placeholder 8">
            <a:extLst>
              <a:ext uri="{FF2B5EF4-FFF2-40B4-BE49-F238E27FC236}">
                <a16:creationId xmlns:a16="http://schemas.microsoft.com/office/drawing/2014/main" id="{E04BB896-BA64-B358-A066-15B96D23BC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5EFA2818-7747-F326-294F-EEAC9BEF6EB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B76E0F0-B7F9-756A-3EA4-2114B75370E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0CF20C-6BCC-41A4-8C16-5A346425718D}" type="datetimeFigureOut">
              <a:rPr lang="en-US" smtClean="0"/>
              <a:t>7/27/2026</a:t>
            </a:fld>
            <a:endParaRPr lang="en-US" dirty="0"/>
          </a:p>
        </p:txBody>
      </p:sp>
      <p:sp>
        <p:nvSpPr>
          <p:cNvPr id="12" name="Notes Placeholder 11">
            <a:extLst>
              <a:ext uri="{FF2B5EF4-FFF2-40B4-BE49-F238E27FC236}">
                <a16:creationId xmlns:a16="http://schemas.microsoft.com/office/drawing/2014/main" id="{5161C21F-108C-0F07-CDDD-AFB8DDBF69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507CBA7-2A1E-725E-35DA-D1CFF08EC6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60679C-80C7-4E7D-9614-ABA41C5B28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665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6815932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CA605-D804-5DC4-B471-C488D036C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BE32C0-B3DD-8E05-5273-816724E868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96B3AD-B049-7271-D5F1-0AAFBDDFE1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A167A2-8E28-0C16-9C1D-67479BEEE5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6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2213735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9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0938003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38E2D-A508-A821-BE22-ABB2627F8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E764AC-F18F-E0FD-3820-852F2F00AB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25C7A2-87A0-D7EB-ABED-FC964FEB57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C559A5-0850-8316-A37A-8C51143B57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10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9683026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6C57E-D31E-5FAB-7A4B-94D6AD67D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F618C3-7C46-206F-D24E-A535F6A16C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CC737E-5128-00A0-90AD-B63A8FE0CB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AD3463-40E1-6341-1352-414FCC1C05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11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3858217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4F7BD8-E67A-7DCE-39E4-2AF468EDB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59D9F9-74FD-A8B8-FB2A-CBD54096E5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8351FF-EBC1-52D8-0389-DBAD1A95B0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F1F3EA-1B94-0962-D321-F871FF9984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12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42751932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15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243314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CE773-CF0A-131A-8BAA-2490120B2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F28F81-509F-7109-6486-351AEA8A94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AF4146-ED39-39E1-2E15-F69F396F2B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94D290-8C6F-F645-1867-694962F361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17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0715569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20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1818200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Shape 33">
            <a:extLst>
              <a:ext uri="{FF2B5EF4-FFF2-40B4-BE49-F238E27FC236}">
                <a16:creationId xmlns:a16="http://schemas.microsoft.com/office/drawing/2014/main" id="{4D81E37E-7366-D88D-83B8-BBA577CA46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897686" y="1064464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pic>
        <p:nvPicPr>
          <p:cNvPr id="12" name="Shape 31">
            <a:extLst>
              <a:ext uri="{FF2B5EF4-FFF2-40B4-BE49-F238E27FC236}">
                <a16:creationId xmlns:a16="http://schemas.microsoft.com/office/drawing/2014/main" id="{A2E096B7-3B4F-355B-58E5-41784AC8BE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284315" y="3984454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4292" y="731520"/>
            <a:ext cx="5029200" cy="3291840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cxnSp>
        <p:nvCxnSpPr>
          <p:cNvPr id="24" name="Straight Connector 2">
            <a:extLst>
              <a:ext uri="{FF2B5EF4-FFF2-40B4-BE49-F238E27FC236}">
                <a16:creationId xmlns:a16="http://schemas.microsoft.com/office/drawing/2014/main" id="{F1FCCFDB-D985-4322-AC87-F69214893708}"/>
              </a:ext>
            </a:extLst>
          </p:cNvPr>
          <p:cNvCxnSpPr/>
          <p:nvPr userDrawn="1"/>
        </p:nvCxnSpPr>
        <p:spPr>
          <a:xfrm>
            <a:off x="1168533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60894" y="4172084"/>
            <a:ext cx="4912598" cy="91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47" name="Content placeholder 47">
            <a:extLst>
              <a:ext uri="{FF2B5EF4-FFF2-40B4-BE49-F238E27FC236}">
                <a16:creationId xmlns:a16="http://schemas.microsoft.com/office/drawing/2014/main" id="{0FFAAB58-ABE4-41AC-B94E-432936CE030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742557" y="821836"/>
            <a:ext cx="4405503" cy="5066346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9ECA281C-F2CB-AE9D-DCD6-F94D3FEE2E67}"/>
              </a:ext>
            </a:extLst>
          </p:cNvPr>
          <p:cNvSpPr/>
          <p:nvPr userDrawn="1"/>
        </p:nvSpPr>
        <p:spPr>
          <a:xfrm>
            <a:off x="7441324" y="5568778"/>
            <a:ext cx="829927" cy="949454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6649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5518B595-5A04-0768-52B1-73F11E475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429000"/>
            <a:ext cx="4206240" cy="2377440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73CCCCFD-E0FE-BDB7-CF9D-FCA345E6BA55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5394325" y="3429000"/>
            <a:ext cx="3475038" cy="2378075"/>
          </a:xfrm>
        </p:spPr>
        <p:txBody>
          <a:bodyPr anchor="ctr"/>
          <a:lstStyle>
            <a:lvl1pPr marL="347472"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: Shape 4">
            <a:extLst>
              <a:ext uri="{FF2B5EF4-FFF2-40B4-BE49-F238E27FC236}">
                <a16:creationId xmlns:a16="http://schemas.microsoft.com/office/drawing/2014/main" id="{AE722AFD-22D7-4BD8-B055-3867C3800E16}"/>
              </a:ext>
            </a:extLst>
          </p:cNvPr>
          <p:cNvSpPr/>
          <p:nvPr userDrawn="1"/>
        </p:nvSpPr>
        <p:spPr>
          <a:xfrm>
            <a:off x="6282845" y="525294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D0355E4-3980-42A9-9376-74163520D39D}"/>
              </a:ext>
            </a:extLst>
          </p:cNvPr>
          <p:cNvSpPr/>
          <p:nvPr userDrawn="1"/>
        </p:nvSpPr>
        <p:spPr>
          <a:xfrm>
            <a:off x="8375472" y="496110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D430ED-A815-4274-966C-8192C4230569}"/>
              </a:ext>
            </a:extLst>
          </p:cNvPr>
          <p:cNvSpPr/>
          <p:nvPr userDrawn="1"/>
        </p:nvSpPr>
        <p:spPr>
          <a:xfrm>
            <a:off x="9403474" y="231031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0B88ADED-0863-78D3-7710-E131932E965F}"/>
              </a:ext>
            </a:extLst>
          </p:cNvPr>
          <p:cNvSpPr/>
          <p:nvPr userDrawn="1"/>
        </p:nvSpPr>
        <p:spPr>
          <a:xfrm>
            <a:off x="10460480" y="505838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8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8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32435EB1-8BEE-9EEE-D9E4-E53D56B7E09C}"/>
              </a:ext>
            </a:extLst>
          </p:cNvPr>
          <p:cNvSpPr/>
          <p:nvPr userDrawn="1"/>
        </p:nvSpPr>
        <p:spPr>
          <a:xfrm>
            <a:off x="11498097" y="2436654"/>
            <a:ext cx="698022" cy="1868948"/>
          </a:xfrm>
          <a:custGeom>
            <a:avLst/>
            <a:gdLst>
              <a:gd name="connsiteX0" fmla="*/ 698022 w 698022"/>
              <a:gd name="connsiteY0" fmla="*/ 0 h 1868948"/>
              <a:gd name="connsiteX1" fmla="*/ 698022 w 698022"/>
              <a:gd name="connsiteY1" fmla="*/ 1868948 h 1868948"/>
              <a:gd name="connsiteX2" fmla="*/ 0 w 698022"/>
              <a:gd name="connsiteY2" fmla="*/ 1477709 h 1868948"/>
              <a:gd name="connsiteX3" fmla="*/ 0 w 698022"/>
              <a:gd name="connsiteY3" fmla="*/ 397939 h 1868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022" h="1868948">
                <a:moveTo>
                  <a:pt x="698022" y="0"/>
                </a:moveTo>
                <a:lnTo>
                  <a:pt x="698022" y="1868948"/>
                </a:lnTo>
                <a:lnTo>
                  <a:pt x="0" y="1477709"/>
                </a:lnTo>
                <a:lnTo>
                  <a:pt x="0" y="397939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2692688E-3654-181E-6244-F2CED7612746}"/>
              </a:ext>
            </a:extLst>
          </p:cNvPr>
          <p:cNvSpPr/>
          <p:nvPr userDrawn="1"/>
        </p:nvSpPr>
        <p:spPr>
          <a:xfrm>
            <a:off x="10460480" y="4114794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9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9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B1A7E0-D0BF-7FCA-D296-94BFC0D611C5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AC10D1-DF42-8734-0793-84312B963E6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24C8F37E-3F74-F3FA-C9D8-7083DF2BBECC}"/>
              </a:ext>
            </a:extLst>
          </p:cNvPr>
          <p:cNvSpPr/>
          <p:nvPr userDrawn="1"/>
        </p:nvSpPr>
        <p:spPr>
          <a:xfrm>
            <a:off x="7325349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FB905CE6-1C2F-E053-4D14-6B86F4EFDC10}"/>
              </a:ext>
            </a:extLst>
          </p:cNvPr>
          <p:cNvSpPr/>
          <p:nvPr userDrawn="1"/>
        </p:nvSpPr>
        <p:spPr>
          <a:xfrm>
            <a:off x="9416816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: Shape 12">
            <a:extLst>
              <a:ext uri="{FF2B5EF4-FFF2-40B4-BE49-F238E27FC236}">
                <a16:creationId xmlns:a16="http://schemas.microsoft.com/office/drawing/2014/main" id="{0B2D3BF4-495E-23C2-9911-15BC9E0D8EA7}"/>
              </a:ext>
            </a:extLst>
          </p:cNvPr>
          <p:cNvSpPr/>
          <p:nvPr userDrawn="1"/>
        </p:nvSpPr>
        <p:spPr>
          <a:xfrm>
            <a:off x="1571157" y="505838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62629C19-89EB-BC19-9230-7F7675E16EFF}"/>
              </a:ext>
            </a:extLst>
          </p:cNvPr>
          <p:cNvSpPr/>
          <p:nvPr userDrawn="1"/>
        </p:nvSpPr>
        <p:spPr>
          <a:xfrm>
            <a:off x="521034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34811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8">
          <p15:clr>
            <a:srgbClr val="FBAE40"/>
          </p15:clr>
        </p15:guide>
        <p15:guide id="2" pos="50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8464" y="731520"/>
            <a:ext cx="5029200" cy="3291840"/>
          </a:xfrm>
        </p:spPr>
        <p:txBody>
          <a:bodyPr anchor="b">
            <a:norm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117336" y="4172084"/>
            <a:ext cx="4910328" cy="100584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2" name="Freeform: Shape 5">
            <a:extLst>
              <a:ext uri="{FF2B5EF4-FFF2-40B4-BE49-F238E27FC236}">
                <a16:creationId xmlns:a16="http://schemas.microsoft.com/office/drawing/2014/main" id="{B17C1EC9-3787-8D41-B5F1-BF16FD5C7ACB}"/>
              </a:ext>
            </a:extLst>
          </p:cNvPr>
          <p:cNvSpPr/>
          <p:nvPr userDrawn="1"/>
        </p:nvSpPr>
        <p:spPr>
          <a:xfrm>
            <a:off x="3843559" y="722518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4" name="Freeform: Shape 6">
            <a:extLst>
              <a:ext uri="{FF2B5EF4-FFF2-40B4-BE49-F238E27FC236}">
                <a16:creationId xmlns:a16="http://schemas.microsoft.com/office/drawing/2014/main" id="{E945D8B2-8BED-B43F-8D56-AB19D0D29970}"/>
              </a:ext>
            </a:extLst>
          </p:cNvPr>
          <p:cNvSpPr/>
          <p:nvPr userDrawn="1"/>
        </p:nvSpPr>
        <p:spPr>
          <a:xfrm>
            <a:off x="1223929" y="1436914"/>
            <a:ext cx="2857005" cy="326977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600" noProof="0" dirty="0"/>
          </a:p>
        </p:txBody>
      </p:sp>
      <p:sp>
        <p:nvSpPr>
          <p:cNvPr id="5" name="Freeform: Shape 7">
            <a:extLst>
              <a:ext uri="{FF2B5EF4-FFF2-40B4-BE49-F238E27FC236}">
                <a16:creationId xmlns:a16="http://schemas.microsoft.com/office/drawing/2014/main" id="{3853EA5E-735A-20F3-684A-C0AD030EC2D4}"/>
              </a:ext>
            </a:extLst>
          </p:cNvPr>
          <p:cNvSpPr/>
          <p:nvPr userDrawn="1"/>
        </p:nvSpPr>
        <p:spPr>
          <a:xfrm>
            <a:off x="758702" y="3457554"/>
            <a:ext cx="1208037" cy="138175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6" name="Freeform: Shape 11">
            <a:extLst>
              <a:ext uri="{FF2B5EF4-FFF2-40B4-BE49-F238E27FC236}">
                <a16:creationId xmlns:a16="http://schemas.microsoft.com/office/drawing/2014/main" id="{75DB4848-0824-8316-ED27-44DF37AD6F3D}"/>
              </a:ext>
            </a:extLst>
          </p:cNvPr>
          <p:cNvSpPr/>
          <p:nvPr userDrawn="1"/>
        </p:nvSpPr>
        <p:spPr>
          <a:xfrm>
            <a:off x="2917915" y="4662164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cxnSp>
        <p:nvCxnSpPr>
          <p:cNvPr id="7" name="Straight Connector 2">
            <a:extLst>
              <a:ext uri="{FF2B5EF4-FFF2-40B4-BE49-F238E27FC236}">
                <a16:creationId xmlns:a16="http://schemas.microsoft.com/office/drawing/2014/main" id="{8784B377-2FE4-4091-C29F-46938ECFA73E}"/>
              </a:ext>
            </a:extLst>
          </p:cNvPr>
          <p:cNvCxnSpPr/>
          <p:nvPr userDrawn="1"/>
        </p:nvCxnSpPr>
        <p:spPr>
          <a:xfrm>
            <a:off x="5998709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2612047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E820F9CA-E84D-E159-524A-398712EC6AFE}"/>
              </a:ext>
            </a:extLst>
          </p:cNvPr>
          <p:cNvGrpSpPr/>
          <p:nvPr userDrawn="1"/>
        </p:nvGrpSpPr>
        <p:grpSpPr>
          <a:xfrm>
            <a:off x="879765" y="-10376"/>
            <a:ext cx="10794247" cy="1864808"/>
            <a:chOff x="879765" y="-10376"/>
            <a:chExt cx="10794247" cy="1864808"/>
          </a:xfrm>
        </p:grpSpPr>
        <p:sp>
          <p:nvSpPr>
            <p:cNvPr id="12" name="Freeform: Shape 12">
              <a:extLst>
                <a:ext uri="{FF2B5EF4-FFF2-40B4-BE49-F238E27FC236}">
                  <a16:creationId xmlns:a16="http://schemas.microsoft.com/office/drawing/2014/main" id="{7674207A-3643-0D40-E3B5-F11FCACBAA74}"/>
                </a:ext>
              </a:extLst>
            </p:cNvPr>
            <p:cNvSpPr/>
            <p:nvPr/>
          </p:nvSpPr>
          <p:spPr>
            <a:xfrm>
              <a:off x="8893126" y="351937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no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  <p:sp>
          <p:nvSpPr>
            <p:cNvPr id="7" name="Freeform: Shape 12">
              <a:extLst>
                <a:ext uri="{FF2B5EF4-FFF2-40B4-BE49-F238E27FC236}">
                  <a16:creationId xmlns:a16="http://schemas.microsoft.com/office/drawing/2014/main" id="{9619B847-88FE-63C2-96AC-161C08F5934F}"/>
                </a:ext>
              </a:extLst>
            </p:cNvPr>
            <p:cNvSpPr/>
            <p:nvPr/>
          </p:nvSpPr>
          <p:spPr>
            <a:xfrm>
              <a:off x="5985740" y="345168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228172F9-6711-D31B-2F7B-A4ECDEAB360C}"/>
                </a:ext>
              </a:extLst>
            </p:cNvPr>
            <p:cNvSpPr/>
            <p:nvPr/>
          </p:nvSpPr>
          <p:spPr>
            <a:xfrm>
              <a:off x="5255120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1732E38F-F657-48F0-5783-63C7EDB52F87}"/>
                </a:ext>
              </a:extLst>
            </p:cNvPr>
            <p:cNvSpPr/>
            <p:nvPr/>
          </p:nvSpPr>
          <p:spPr>
            <a:xfrm>
              <a:off x="6710252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0" name="Freeform: Shape 12">
              <a:extLst>
                <a:ext uri="{FF2B5EF4-FFF2-40B4-BE49-F238E27FC236}">
                  <a16:creationId xmlns:a16="http://schemas.microsoft.com/office/drawing/2014/main" id="{601F8F38-CEFA-8374-19C9-69BA4F7D10DF}"/>
                </a:ext>
              </a:extLst>
            </p:cNvPr>
            <p:cNvSpPr/>
            <p:nvPr/>
          </p:nvSpPr>
          <p:spPr>
            <a:xfrm>
              <a:off x="1610385" y="351937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noFill/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0659428E-002A-3B5E-D9E8-A2B206826D40}"/>
                </a:ext>
              </a:extLst>
            </p:cNvPr>
            <p:cNvSpPr/>
            <p:nvPr/>
          </p:nvSpPr>
          <p:spPr>
            <a:xfrm>
              <a:off x="879765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F3F6BB30-EA63-53B6-1493-0B0220BC1FF8}"/>
                </a:ext>
              </a:extLst>
            </p:cNvPr>
            <p:cNvSpPr/>
            <p:nvPr/>
          </p:nvSpPr>
          <p:spPr>
            <a:xfrm>
              <a:off x="2336512" y="-10376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3B6E5B6F-28D6-E7F3-B009-0B5623E38F22}"/>
                </a:ext>
              </a:extLst>
            </p:cNvPr>
            <p:cNvSpPr/>
            <p:nvPr/>
          </p:nvSpPr>
          <p:spPr>
            <a:xfrm>
              <a:off x="8160084" y="-10376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4817D92F-B8AA-2300-DC90-9AA1D5E54408}"/>
                </a:ext>
              </a:extLst>
            </p:cNvPr>
            <p:cNvSpPr/>
            <p:nvPr/>
          </p:nvSpPr>
          <p:spPr>
            <a:xfrm>
              <a:off x="9615216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2">
              <a:extLst>
                <a:ext uri="{FF2B5EF4-FFF2-40B4-BE49-F238E27FC236}">
                  <a16:creationId xmlns:a16="http://schemas.microsoft.com/office/drawing/2014/main" id="{F40AC1C2-6632-AEFE-E7DF-2E1BB06D857A}"/>
                </a:ext>
              </a:extLst>
            </p:cNvPr>
            <p:cNvSpPr/>
            <p:nvPr/>
          </p:nvSpPr>
          <p:spPr>
            <a:xfrm>
              <a:off x="10342958" y="320527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487168"/>
            <a:ext cx="4572000" cy="338328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7920" y="2487168"/>
            <a:ext cx="5029200" cy="338328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3787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imag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3200400"/>
            <a:ext cx="5029200" cy="2743200"/>
          </a:xfrm>
        </p:spPr>
        <p:txBody>
          <a:bodyPr anchor="t">
            <a:normAutofit/>
          </a:bodyPr>
          <a:lstStyle>
            <a:lvl1pPr>
              <a:defRPr sz="48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pic>
        <p:nvPicPr>
          <p:cNvPr id="10" name="Picture Placeholder 31">
            <a:extLst>
              <a:ext uri="{FF2B5EF4-FFF2-40B4-BE49-F238E27FC236}">
                <a16:creationId xmlns:a16="http://schemas.microsoft.com/office/drawing/2014/main" id="{373D33A6-83B0-5538-2873-8856E4E60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504265" y="3029080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accent5">
              <a:alpha val="30000"/>
            </a:schemeClr>
          </a:solidFill>
        </p:spPr>
      </p:pic>
      <p:sp>
        <p:nvSpPr>
          <p:cNvPr id="7" name="Content placeholder 47">
            <a:extLst>
              <a:ext uri="{FF2B5EF4-FFF2-40B4-BE49-F238E27FC236}">
                <a16:creationId xmlns:a16="http://schemas.microsoft.com/office/drawing/2014/main" id="{3944D979-8121-82AA-A130-38072F1EA83F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7493157" y="529148"/>
            <a:ext cx="4248873" cy="473113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61872" y="2240280"/>
            <a:ext cx="5029200" cy="76028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5" name="Freeform: Shape 25">
            <a:extLst>
              <a:ext uri="{FF2B5EF4-FFF2-40B4-BE49-F238E27FC236}">
                <a16:creationId xmlns:a16="http://schemas.microsoft.com/office/drawing/2014/main" id="{8A1DBD66-3066-DF70-EF94-95DF0D7A6503}"/>
              </a:ext>
            </a:extLst>
          </p:cNvPr>
          <p:cNvSpPr/>
          <p:nvPr userDrawn="1"/>
        </p:nvSpPr>
        <p:spPr>
          <a:xfrm flipH="1">
            <a:off x="7400972" y="4594440"/>
            <a:ext cx="1347680" cy="158117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Freeform: Shape 11">
            <a:extLst>
              <a:ext uri="{FF2B5EF4-FFF2-40B4-BE49-F238E27FC236}">
                <a16:creationId xmlns:a16="http://schemas.microsoft.com/office/drawing/2014/main" id="{D2CC929C-40BF-4EF5-7910-7F657CAF8CA9}"/>
              </a:ext>
            </a:extLst>
          </p:cNvPr>
          <p:cNvSpPr/>
          <p:nvPr userDrawn="1"/>
        </p:nvSpPr>
        <p:spPr>
          <a:xfrm>
            <a:off x="6521016" y="4772906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cxnSp>
        <p:nvCxnSpPr>
          <p:cNvPr id="9" name="Straight Connector 2">
            <a:extLst>
              <a:ext uri="{FF2B5EF4-FFF2-40B4-BE49-F238E27FC236}">
                <a16:creationId xmlns:a16="http://schemas.microsoft.com/office/drawing/2014/main" id="{66E94398-47F0-267C-6791-5C30B1CEF496}"/>
              </a:ext>
            </a:extLst>
          </p:cNvPr>
          <p:cNvCxnSpPr/>
          <p:nvPr userDrawn="1"/>
        </p:nvCxnSpPr>
        <p:spPr>
          <a:xfrm>
            <a:off x="1142663" y="2282891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7779262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4">
            <a:extLst>
              <a:ext uri="{FF2B5EF4-FFF2-40B4-BE49-F238E27FC236}">
                <a16:creationId xmlns:a16="http://schemas.microsoft.com/office/drawing/2014/main" id="{05751864-B11A-0286-13EA-2AC2A2C8D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4663440" cy="17373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7A93C-2947-B6E4-C693-7C485DDC0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2160" y="731520"/>
            <a:ext cx="5486400" cy="17373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8A3F288-990F-014E-F099-1E3091477CA7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914400" y="2743200"/>
            <a:ext cx="8348472" cy="337413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3F619E6B-153E-B522-47EB-4104C405736C}"/>
              </a:ext>
            </a:extLst>
          </p:cNvPr>
          <p:cNvSpPr/>
          <p:nvPr userDrawn="1"/>
        </p:nvSpPr>
        <p:spPr>
          <a:xfrm>
            <a:off x="10551278" y="4665388"/>
            <a:ext cx="603952" cy="68174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87A7B3D-E004-6D6A-5979-8F1BADBC9237}"/>
              </a:ext>
            </a:extLst>
          </p:cNvPr>
          <p:cNvSpPr/>
          <p:nvPr userDrawn="1"/>
        </p:nvSpPr>
        <p:spPr>
          <a:xfrm>
            <a:off x="10524774" y="5146146"/>
            <a:ext cx="1667226" cy="1711855"/>
          </a:xfrm>
          <a:custGeom>
            <a:avLst/>
            <a:gdLst>
              <a:gd name="connsiteX0" fmla="*/ 998834 w 1667226"/>
              <a:gd name="connsiteY0" fmla="*/ 0 h 1711855"/>
              <a:gd name="connsiteX1" fmla="*/ 1667226 w 1667226"/>
              <a:gd name="connsiteY1" fmla="*/ 373790 h 1711855"/>
              <a:gd name="connsiteX2" fmla="*/ 1667226 w 1667226"/>
              <a:gd name="connsiteY2" fmla="*/ 1711855 h 1711855"/>
              <a:gd name="connsiteX3" fmla="*/ 48502 w 1667226"/>
              <a:gd name="connsiteY3" fmla="*/ 1711855 h 1711855"/>
              <a:gd name="connsiteX4" fmla="*/ 0 w 1667226"/>
              <a:gd name="connsiteY4" fmla="*/ 1684915 h 1711855"/>
              <a:gd name="connsiteX5" fmla="*/ 0 w 1667226"/>
              <a:gd name="connsiteY5" fmla="*/ 564300 h 17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7226" h="1711855">
                <a:moveTo>
                  <a:pt x="998834" y="0"/>
                </a:moveTo>
                <a:lnTo>
                  <a:pt x="1667226" y="373790"/>
                </a:lnTo>
                <a:lnTo>
                  <a:pt x="1667226" y="1711855"/>
                </a:lnTo>
                <a:lnTo>
                  <a:pt x="48502" y="1711855"/>
                </a:lnTo>
                <a:lnTo>
                  <a:pt x="0" y="1684915"/>
                </a:lnTo>
                <a:lnTo>
                  <a:pt x="0" y="56430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A4CA3A93-BDBF-112D-54A0-05BF6B06BCC1}"/>
              </a:ext>
            </a:extLst>
          </p:cNvPr>
          <p:cNvSpPr/>
          <p:nvPr userDrawn="1"/>
        </p:nvSpPr>
        <p:spPr>
          <a:xfrm>
            <a:off x="10177285" y="5347130"/>
            <a:ext cx="748554" cy="85636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F7A154B-D8F5-C1FB-307D-496380875BD1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>
            <a:noAutofit/>
          </a:bodyPr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8715E-D2CE-A33E-1A28-4E627F239BB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121256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C1D3CF-F6AF-93EB-C40E-C278E5844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3931920" cy="210312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317990C-ED42-30BE-0501-F9C5B4A48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108960"/>
            <a:ext cx="3931920" cy="26517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AC62875-1B1B-E814-6549-162A8DBF8929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5745002" y="0"/>
            <a:ext cx="6446999" cy="6858000"/>
          </a:xfrm>
          <a:custGeom>
            <a:avLst/>
            <a:gdLst>
              <a:gd name="connsiteX0" fmla="*/ 2513726 w 6446999"/>
              <a:gd name="connsiteY0" fmla="*/ 0 h 6858000"/>
              <a:gd name="connsiteX1" fmla="*/ 4301949 w 6446999"/>
              <a:gd name="connsiteY1" fmla="*/ 0 h 6858000"/>
              <a:gd name="connsiteX2" fmla="*/ 6446999 w 6446999"/>
              <a:gd name="connsiteY2" fmla="*/ 1338386 h 6858000"/>
              <a:gd name="connsiteX3" fmla="*/ 6446999 w 6446999"/>
              <a:gd name="connsiteY3" fmla="*/ 5624376 h 6858000"/>
              <a:gd name="connsiteX4" fmla="*/ 4342124 w 6446999"/>
              <a:gd name="connsiteY4" fmla="*/ 6858000 h 6858000"/>
              <a:gd name="connsiteX5" fmla="*/ 2553921 w 6446999"/>
              <a:gd name="connsiteY5" fmla="*/ 6858000 h 6858000"/>
              <a:gd name="connsiteX6" fmla="*/ 661 w 6446999"/>
              <a:gd name="connsiteY6" fmla="*/ 5339864 h 6858000"/>
              <a:gd name="connsiteX7" fmla="*/ 299 w 6446999"/>
              <a:gd name="connsiteY7" fmla="*/ 139604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446999" h="6858000">
                <a:moveTo>
                  <a:pt x="2513726" y="0"/>
                </a:moveTo>
                <a:lnTo>
                  <a:pt x="4301949" y="0"/>
                </a:lnTo>
                <a:lnTo>
                  <a:pt x="6446999" y="1338386"/>
                </a:lnTo>
                <a:lnTo>
                  <a:pt x="6446999" y="5624376"/>
                </a:lnTo>
                <a:lnTo>
                  <a:pt x="4342124" y="6858000"/>
                </a:lnTo>
                <a:lnTo>
                  <a:pt x="2553921" y="6858000"/>
                </a:lnTo>
                <a:lnTo>
                  <a:pt x="661" y="5339864"/>
                </a:lnTo>
                <a:cubicBezTo>
                  <a:pt x="-1473" y="4048155"/>
                  <a:pt x="2433" y="2687753"/>
                  <a:pt x="299" y="1396044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6C45B-70BB-86F1-1866-F93BEC26ACF8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>
            <a:noAutofit/>
          </a:bodyPr>
          <a:lstStyle/>
          <a:p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0044D-485D-043B-9D5B-C01AA8E06447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D91FB993-29E1-3DBD-8335-7970016F8D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203802" y="480395"/>
            <a:ext cx="1896941" cy="217161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rgbClr val="C95B3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dirty="0">
              <a:ln>
                <a:noFill/>
              </a:ln>
              <a:solidFill>
                <a:srgbClr val="F7D952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1259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>
            <a:extLst>
              <a:ext uri="{FF2B5EF4-FFF2-40B4-BE49-F238E27FC236}">
                <a16:creationId xmlns:a16="http://schemas.microsoft.com/office/drawing/2014/main" id="{12BFFCE7-C68B-4904-8795-9589C3F38FD4}"/>
              </a:ext>
            </a:extLst>
          </p:cNvPr>
          <p:cNvSpPr/>
          <p:nvPr userDrawn="1"/>
        </p:nvSpPr>
        <p:spPr>
          <a:xfrm>
            <a:off x="636161" y="5854024"/>
            <a:ext cx="2330137" cy="708120"/>
          </a:xfrm>
          <a:prstGeom prst="rect">
            <a:avLst/>
          </a:prstGeom>
          <a:solidFill>
            <a:srgbClr val="0F26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Freeform: Shape 19">
            <a:extLst>
              <a:ext uri="{FF2B5EF4-FFF2-40B4-BE49-F238E27FC236}">
                <a16:creationId xmlns:a16="http://schemas.microsoft.com/office/drawing/2014/main" id="{9D307BA6-8A60-85D7-CC8B-894256DC4B90}"/>
              </a:ext>
            </a:extLst>
          </p:cNvPr>
          <p:cNvSpPr/>
          <p:nvPr userDrawn="1"/>
        </p:nvSpPr>
        <p:spPr>
          <a:xfrm>
            <a:off x="8517470" y="2248218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7" name="Freeform: Shape 19">
            <a:extLst>
              <a:ext uri="{FF2B5EF4-FFF2-40B4-BE49-F238E27FC236}">
                <a16:creationId xmlns:a16="http://schemas.microsoft.com/office/drawing/2014/main" id="{F38B75F8-75D4-4B41-B7C7-433032DD0A6F}"/>
              </a:ext>
            </a:extLst>
          </p:cNvPr>
          <p:cNvSpPr/>
          <p:nvPr userDrawn="1"/>
        </p:nvSpPr>
        <p:spPr>
          <a:xfrm>
            <a:off x="9578882" y="460803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24">
            <a:extLst>
              <a:ext uri="{FF2B5EF4-FFF2-40B4-BE49-F238E27FC236}">
                <a16:creationId xmlns:a16="http://schemas.microsoft.com/office/drawing/2014/main" id="{671D1224-EDDC-4900-92DC-13608D44C524}"/>
              </a:ext>
            </a:extLst>
          </p:cNvPr>
          <p:cNvSpPr/>
          <p:nvPr userDrawn="1"/>
        </p:nvSpPr>
        <p:spPr>
          <a:xfrm>
            <a:off x="9522496" y="4057904"/>
            <a:ext cx="1886359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635A9E44-4E60-1AD1-0B85-72422683B48A}"/>
              </a:ext>
            </a:extLst>
          </p:cNvPr>
          <p:cNvSpPr/>
          <p:nvPr userDrawn="1"/>
        </p:nvSpPr>
        <p:spPr>
          <a:xfrm>
            <a:off x="11034052" y="3709992"/>
            <a:ext cx="1173188" cy="150283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041C638-CBB8-1159-9AF8-B5D14CC7B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60704"/>
            <a:ext cx="7132320" cy="1773936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34C76-4814-6AFA-CEFD-F82B9ED9BB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108960"/>
            <a:ext cx="3291840" cy="2651760"/>
          </a:xfrm>
        </p:spPr>
        <p:txBody>
          <a:bodyPr/>
          <a:lstStyle>
            <a:lvl1pPr marL="0" indent="0">
              <a:buNone/>
              <a:defRPr sz="1800"/>
            </a:lvl1pPr>
            <a:lvl2pPr marL="347472">
              <a:defRPr sz="1800"/>
            </a:lvl2pPr>
            <a:lvl3pPr marL="731520">
              <a:defRPr sz="1800"/>
            </a:lvl3pPr>
            <a:lvl4pPr marL="1097280"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42F254A-B4C7-D072-FEB9-22F9A2B0CA64}"/>
              </a:ext>
            </a:extLst>
          </p:cNvPr>
          <p:cNvSpPr>
            <a:spLocks noGrp="1"/>
          </p:cNvSpPr>
          <p:nvPr>
            <p:ph idx="56"/>
          </p:nvPr>
        </p:nvSpPr>
        <p:spPr>
          <a:xfrm>
            <a:off x="4754880" y="3108960"/>
            <a:ext cx="3291840" cy="2651760"/>
          </a:xfrm>
        </p:spPr>
        <p:txBody>
          <a:bodyPr/>
          <a:lstStyle>
            <a:lvl1pPr marL="0" indent="0">
              <a:buNone/>
              <a:defRPr sz="1800"/>
            </a:lvl1pPr>
            <a:lvl2pPr marL="347472">
              <a:defRPr sz="1800"/>
            </a:lvl2pPr>
            <a:lvl3pPr marL="731520">
              <a:defRPr sz="1800"/>
            </a:lvl3pPr>
            <a:lvl4pPr marL="1097280"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DBF4DF-D0B4-1DA6-0271-5D4033A9C19C}"/>
              </a:ext>
            </a:extLst>
          </p:cNvPr>
          <p:cNvSpPr>
            <a:spLocks noGrp="1"/>
          </p:cNvSpPr>
          <p:nvPr>
            <p:ph type="ftr" sz="quarter" idx="57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7335A-F59E-2A6C-D2D6-F10391DA8D6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613646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7671816" cy="2103120"/>
          </a:xfrm>
        </p:spPr>
        <p:txBody>
          <a:bodyPr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F9296AFE-5FB8-52A4-3111-3B53DBE4DB3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914400" y="3200400"/>
            <a:ext cx="10149840" cy="28346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Freeform: Shape 12">
            <a:extLst>
              <a:ext uri="{FF2B5EF4-FFF2-40B4-BE49-F238E27FC236}">
                <a16:creationId xmlns:a16="http://schemas.microsoft.com/office/drawing/2014/main" id="{809C5320-0161-C582-141C-55F06D4F3BAE}"/>
              </a:ext>
            </a:extLst>
          </p:cNvPr>
          <p:cNvSpPr/>
          <p:nvPr userDrawn="1"/>
        </p:nvSpPr>
        <p:spPr>
          <a:xfrm>
            <a:off x="8893126" y="351937"/>
            <a:ext cx="1331054" cy="150249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29C982F3-4477-76AC-0429-350585A39FFA}"/>
              </a:ext>
            </a:extLst>
          </p:cNvPr>
          <p:cNvSpPr/>
          <p:nvPr userDrawn="1"/>
        </p:nvSpPr>
        <p:spPr>
          <a:xfrm>
            <a:off x="5255120" y="0"/>
            <a:ext cx="1330247" cy="603188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7">
            <a:extLst>
              <a:ext uri="{FF2B5EF4-FFF2-40B4-BE49-F238E27FC236}">
                <a16:creationId xmlns:a16="http://schemas.microsoft.com/office/drawing/2014/main" id="{87A8F7B2-0552-AAD4-9DE2-845DE10CA10A}"/>
              </a:ext>
            </a:extLst>
          </p:cNvPr>
          <p:cNvSpPr/>
          <p:nvPr userDrawn="1"/>
        </p:nvSpPr>
        <p:spPr>
          <a:xfrm>
            <a:off x="6710252" y="0"/>
            <a:ext cx="1330247" cy="603188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395DA7FF-BAA0-F04C-CA6C-16E9C2D55593}"/>
              </a:ext>
            </a:extLst>
          </p:cNvPr>
          <p:cNvSpPr/>
          <p:nvPr userDrawn="1"/>
        </p:nvSpPr>
        <p:spPr>
          <a:xfrm>
            <a:off x="879765" y="0"/>
            <a:ext cx="1330247" cy="603188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468D9CEC-53B7-B8DC-B77E-E3F86681879C}"/>
              </a:ext>
            </a:extLst>
          </p:cNvPr>
          <p:cNvSpPr/>
          <p:nvPr userDrawn="1"/>
        </p:nvSpPr>
        <p:spPr>
          <a:xfrm>
            <a:off x="2336512" y="-9525"/>
            <a:ext cx="1330247" cy="603188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9222D4D6-56B1-C4C3-0E51-FB22F0CD902B}"/>
              </a:ext>
            </a:extLst>
          </p:cNvPr>
          <p:cNvSpPr/>
          <p:nvPr userDrawn="1"/>
        </p:nvSpPr>
        <p:spPr>
          <a:xfrm>
            <a:off x="8160084" y="-10376"/>
            <a:ext cx="1330247" cy="603188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0E6292F0-9E78-C98C-097B-30DEBBC1B179}"/>
              </a:ext>
            </a:extLst>
          </p:cNvPr>
          <p:cNvSpPr/>
          <p:nvPr userDrawn="1"/>
        </p:nvSpPr>
        <p:spPr>
          <a:xfrm>
            <a:off x="9615216" y="0"/>
            <a:ext cx="1330247" cy="603188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Freeform: Shape 12">
            <a:extLst>
              <a:ext uri="{FF2B5EF4-FFF2-40B4-BE49-F238E27FC236}">
                <a16:creationId xmlns:a16="http://schemas.microsoft.com/office/drawing/2014/main" id="{315817B3-76DB-FDD0-60F7-E385C0E84F58}"/>
              </a:ext>
            </a:extLst>
          </p:cNvPr>
          <p:cNvSpPr/>
          <p:nvPr userDrawn="1"/>
        </p:nvSpPr>
        <p:spPr>
          <a:xfrm>
            <a:off x="10342958" y="320527"/>
            <a:ext cx="1331054" cy="150249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</p:spTree>
    <p:extLst>
      <p:ext uri="{BB962C8B-B14F-4D97-AF65-F5344CB8AC3E}">
        <p14:creationId xmlns:p14="http://schemas.microsoft.com/office/powerpoint/2010/main" val="389171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4">
            <a:extLst>
              <a:ext uri="{FF2B5EF4-FFF2-40B4-BE49-F238E27FC236}">
                <a16:creationId xmlns:a16="http://schemas.microsoft.com/office/drawing/2014/main" id="{F73BF8E3-2426-5D65-6582-D4B03C765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10" y="2016579"/>
            <a:ext cx="4441188" cy="27758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Content placeholder 47">
            <a:extLst>
              <a:ext uri="{FF2B5EF4-FFF2-40B4-BE49-F238E27FC236}">
                <a16:creationId xmlns:a16="http://schemas.microsoft.com/office/drawing/2014/main" id="{117BCD91-6BBA-AACD-3424-C3A4E5C1AB1D}"/>
              </a:ext>
            </a:extLst>
          </p:cNvPr>
          <p:cNvSpPr>
            <a:spLocks noGrp="1" noChangeAspect="1"/>
          </p:cNvSpPr>
          <p:nvPr>
            <p:ph type="pic" sz="quarter" idx="48"/>
          </p:nvPr>
        </p:nvSpPr>
        <p:spPr>
          <a:xfrm>
            <a:off x="914400" y="539496"/>
            <a:ext cx="5025207" cy="5779008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/>
              <a:t>Click icon to add picture</a:t>
            </a:r>
            <a:endParaRPr lang="en-US" altLang="zh-CN" noProof="0" dirty="0"/>
          </a:p>
        </p:txBody>
      </p:sp>
      <p:pic>
        <p:nvPicPr>
          <p:cNvPr id="7" name="Shape 33">
            <a:extLst>
              <a:ext uri="{FF2B5EF4-FFF2-40B4-BE49-F238E27FC236}">
                <a16:creationId xmlns:a16="http://schemas.microsoft.com/office/drawing/2014/main" id="{78B6A20E-2402-E586-7E92-A2C0D0B854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2010" y="4038403"/>
            <a:ext cx="1438713" cy="1645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3" name="Freeform: Shape 11">
            <a:extLst>
              <a:ext uri="{FF2B5EF4-FFF2-40B4-BE49-F238E27FC236}">
                <a16:creationId xmlns:a16="http://schemas.microsoft.com/office/drawing/2014/main" id="{20E24AA2-A4D8-FFB3-C801-0E57990B8CB6}"/>
              </a:ext>
            </a:extLst>
          </p:cNvPr>
          <p:cNvSpPr/>
          <p:nvPr userDrawn="1"/>
        </p:nvSpPr>
        <p:spPr>
          <a:xfrm>
            <a:off x="1360235" y="5541405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1FEC53F3-5030-5BCF-54CA-ABB14457C073}"/>
              </a:ext>
            </a:extLst>
          </p:cNvPr>
          <p:cNvSpPr/>
          <p:nvPr userDrawn="1"/>
        </p:nvSpPr>
        <p:spPr>
          <a:xfrm>
            <a:off x="5429027" y="393334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07711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86721E85-C7DE-A05F-D33D-97CAF161E33A}"/>
              </a:ext>
            </a:extLst>
          </p:cNvPr>
          <p:cNvSpPr/>
          <p:nvPr userDrawn="1"/>
        </p:nvSpPr>
        <p:spPr>
          <a:xfrm>
            <a:off x="0" y="2860787"/>
            <a:ext cx="2004570" cy="3676532"/>
          </a:xfrm>
          <a:custGeom>
            <a:avLst/>
            <a:gdLst>
              <a:gd name="connsiteX0" fmla="*/ 417538 w 2004570"/>
              <a:gd name="connsiteY0" fmla="*/ 0 h 3676532"/>
              <a:gd name="connsiteX1" fmla="*/ 2004570 w 2004570"/>
              <a:gd name="connsiteY1" fmla="*/ 925683 h 3676532"/>
              <a:gd name="connsiteX2" fmla="*/ 2004570 w 2004570"/>
              <a:gd name="connsiteY2" fmla="*/ 2763949 h 3676532"/>
              <a:gd name="connsiteX3" fmla="*/ 413202 w 2004570"/>
              <a:gd name="connsiteY3" fmla="*/ 3676532 h 3676532"/>
              <a:gd name="connsiteX4" fmla="*/ 0 w 2004570"/>
              <a:gd name="connsiteY4" fmla="*/ 3439338 h 3676532"/>
              <a:gd name="connsiteX5" fmla="*/ 0 w 2004570"/>
              <a:gd name="connsiteY5" fmla="*/ 241075 h 367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04570" h="3676532">
                <a:moveTo>
                  <a:pt x="417538" y="0"/>
                </a:moveTo>
                <a:lnTo>
                  <a:pt x="2004570" y="925683"/>
                </a:lnTo>
                <a:lnTo>
                  <a:pt x="2004570" y="2763949"/>
                </a:lnTo>
                <a:lnTo>
                  <a:pt x="413202" y="3676532"/>
                </a:lnTo>
                <a:lnTo>
                  <a:pt x="0" y="3439338"/>
                </a:lnTo>
                <a:lnTo>
                  <a:pt x="0" y="241075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2BA5A58B-9440-7DAB-E7D7-3143B049FBAC}"/>
              </a:ext>
            </a:extLst>
          </p:cNvPr>
          <p:cNvSpPr/>
          <p:nvPr userDrawn="1"/>
        </p:nvSpPr>
        <p:spPr>
          <a:xfrm flipH="1">
            <a:off x="657773" y="5253270"/>
            <a:ext cx="1710765" cy="1621875"/>
          </a:xfrm>
          <a:custGeom>
            <a:avLst/>
            <a:gdLst>
              <a:gd name="connsiteX0" fmla="*/ 852873 w 1710765"/>
              <a:gd name="connsiteY0" fmla="*/ 0 h 1593273"/>
              <a:gd name="connsiteX1" fmla="*/ 0 w 1710765"/>
              <a:gd name="connsiteY1" fmla="*/ 494134 h 1593273"/>
              <a:gd name="connsiteX2" fmla="*/ 0 w 1710765"/>
              <a:gd name="connsiteY2" fmla="*/ 1475410 h 1593273"/>
              <a:gd name="connsiteX3" fmla="*/ 206916 w 1710765"/>
              <a:gd name="connsiteY3" fmla="*/ 1593273 h 1593273"/>
              <a:gd name="connsiteX4" fmla="*/ 1502835 w 1710765"/>
              <a:gd name="connsiteY4" fmla="*/ 1593273 h 1593273"/>
              <a:gd name="connsiteX5" fmla="*/ 1709418 w 1710765"/>
              <a:gd name="connsiteY5" fmla="*/ 1475480 h 1593273"/>
              <a:gd name="connsiteX6" fmla="*/ 1710407 w 1710765"/>
              <a:gd name="connsiteY6" fmla="*/ 491803 h 1593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0765" h="1593273">
                <a:moveTo>
                  <a:pt x="852873" y="0"/>
                </a:moveTo>
                <a:lnTo>
                  <a:pt x="0" y="494134"/>
                </a:lnTo>
                <a:lnTo>
                  <a:pt x="0" y="1475410"/>
                </a:lnTo>
                <a:lnTo>
                  <a:pt x="206916" y="1593273"/>
                </a:lnTo>
                <a:lnTo>
                  <a:pt x="1502835" y="1593273"/>
                </a:lnTo>
                <a:lnTo>
                  <a:pt x="1709418" y="1475480"/>
                </a:lnTo>
                <a:cubicBezTo>
                  <a:pt x="1707864" y="1146834"/>
                  <a:pt x="1711961" y="820449"/>
                  <a:pt x="1710407" y="491803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Freeform: Shape 24">
            <a:extLst>
              <a:ext uri="{FF2B5EF4-FFF2-40B4-BE49-F238E27FC236}">
                <a16:creationId xmlns:a16="http://schemas.microsoft.com/office/drawing/2014/main" id="{A23F9759-CF52-CE45-5E22-9678534685A7}"/>
              </a:ext>
            </a:extLst>
          </p:cNvPr>
          <p:cNvSpPr/>
          <p:nvPr userDrawn="1"/>
        </p:nvSpPr>
        <p:spPr>
          <a:xfrm flipH="1">
            <a:off x="2275432" y="4699053"/>
            <a:ext cx="668814" cy="784693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D84FCC1-368D-680C-31AA-597C3AAF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5576" y="1499616"/>
            <a:ext cx="7955280" cy="1335024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FFF81D2-C0B4-3B82-8DF6-D10CC07C441C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465576" y="3108960"/>
            <a:ext cx="4572000" cy="3108960"/>
          </a:xfrm>
        </p:spPr>
        <p:txBody>
          <a:bodyPr/>
          <a:lstStyle>
            <a:lvl1pPr marL="512064" indent="-512064">
              <a:buFont typeface="+mj-lt"/>
              <a:buAutoNum type="arabicPeriod"/>
              <a:defRPr sz="1800"/>
            </a:lvl1pPr>
            <a:lvl2pPr marL="1097280" indent="-512064">
              <a:buFont typeface="+mj-lt"/>
              <a:buAutoNum type="alphaLcPeriod"/>
              <a:defRPr sz="1800"/>
            </a:lvl2pPr>
            <a:lvl3pPr marL="1645920" indent="-512064">
              <a:buFont typeface="+mj-lt"/>
              <a:buAutoNum type="romanLcPeriod"/>
              <a:defRPr sz="1800"/>
            </a:lvl3pPr>
            <a:lvl4pPr marL="2194560" indent="-512064">
              <a:buFont typeface="+mj-lt"/>
              <a:buAutoNum type="arabicParenR"/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90F721-56C7-251D-948D-117696095C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0" y="3108960"/>
            <a:ext cx="3017520" cy="310896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94E8A0-C02C-2322-50C1-50080A793F84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>
          <a:xfrm>
            <a:off x="3465576" y="6217920"/>
            <a:ext cx="4114800" cy="365125"/>
          </a:xfrm>
        </p:spPr>
        <p:txBody>
          <a:bodyPr/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6A453-65E1-B688-A3F9-EA0AA347DDEA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2" name="Freeform: Shape 12">
            <a:extLst>
              <a:ext uri="{FF2B5EF4-FFF2-40B4-BE49-F238E27FC236}">
                <a16:creationId xmlns:a16="http://schemas.microsoft.com/office/drawing/2014/main" id="{0750FD92-E143-4402-D455-30DC417CBDBE}"/>
              </a:ext>
            </a:extLst>
          </p:cNvPr>
          <p:cNvSpPr/>
          <p:nvPr userDrawn="1"/>
        </p:nvSpPr>
        <p:spPr>
          <a:xfrm>
            <a:off x="1198465" y="958947"/>
            <a:ext cx="1544735" cy="174369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6B13E9E2-D67B-E75B-D60D-CE3782A4FC67}"/>
              </a:ext>
            </a:extLst>
          </p:cNvPr>
          <p:cNvSpPr/>
          <p:nvPr userDrawn="1"/>
        </p:nvSpPr>
        <p:spPr>
          <a:xfrm>
            <a:off x="326738" y="0"/>
            <a:ext cx="1544359" cy="1254845"/>
          </a:xfrm>
          <a:custGeom>
            <a:avLst/>
            <a:gdLst>
              <a:gd name="connsiteX0" fmla="*/ 0 w 1544359"/>
              <a:gd name="connsiteY0" fmla="*/ 0 h 1254845"/>
              <a:gd name="connsiteX1" fmla="*/ 1544359 w 1544359"/>
              <a:gd name="connsiteY1" fmla="*/ 0 h 1254845"/>
              <a:gd name="connsiteX2" fmla="*/ 1543519 w 1544359"/>
              <a:gd name="connsiteY2" fmla="*/ 822090 h 1254845"/>
              <a:gd name="connsiteX3" fmla="*/ 772206 w 1544359"/>
              <a:gd name="connsiteY3" fmla="*/ 1254845 h 1254845"/>
              <a:gd name="connsiteX4" fmla="*/ 0 w 1544359"/>
              <a:gd name="connsiteY4" fmla="*/ 822027 h 1254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44359" h="1254845">
                <a:moveTo>
                  <a:pt x="0" y="0"/>
                </a:moveTo>
                <a:lnTo>
                  <a:pt x="1544359" y="0"/>
                </a:lnTo>
                <a:lnTo>
                  <a:pt x="1543519" y="822090"/>
                </a:lnTo>
                <a:lnTo>
                  <a:pt x="772206" y="1254845"/>
                </a:lnTo>
                <a:lnTo>
                  <a:pt x="0" y="82202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21137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 46">
            <a:extLst>
              <a:ext uri="{FF2B5EF4-FFF2-40B4-BE49-F238E27FC236}">
                <a16:creationId xmlns:a16="http://schemas.microsoft.com/office/drawing/2014/main" id="{39B50CEE-D9F9-B5CD-C274-BEAA5EAB37E3}"/>
              </a:ext>
            </a:extLst>
          </p:cNvPr>
          <p:cNvSpPr/>
          <p:nvPr userDrawn="1"/>
        </p:nvSpPr>
        <p:spPr>
          <a:xfrm>
            <a:off x="410352" y="12435"/>
            <a:ext cx="1455521" cy="1019127"/>
          </a:xfrm>
          <a:custGeom>
            <a:avLst/>
            <a:gdLst>
              <a:gd name="connsiteX0" fmla="*/ 219223 w 1455521"/>
              <a:gd name="connsiteY0" fmla="*/ 0 h 1019127"/>
              <a:gd name="connsiteX1" fmla="*/ 1236298 w 1455521"/>
              <a:gd name="connsiteY1" fmla="*/ 0 h 1019127"/>
              <a:gd name="connsiteX2" fmla="*/ 1455521 w 1455521"/>
              <a:gd name="connsiteY2" fmla="*/ 385779 h 1019127"/>
              <a:gd name="connsiteX3" fmla="*/ 1095615 w 1455521"/>
              <a:gd name="connsiteY3" fmla="*/ 1019127 h 1019127"/>
              <a:gd name="connsiteX4" fmla="*/ 359906 w 1455521"/>
              <a:gd name="connsiteY4" fmla="*/ 1019127 h 1019127"/>
              <a:gd name="connsiteX5" fmla="*/ 0 w 1455521"/>
              <a:gd name="connsiteY5" fmla="*/ 385779 h 1019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1019127">
                <a:moveTo>
                  <a:pt x="219223" y="0"/>
                </a:moveTo>
                <a:lnTo>
                  <a:pt x="1236298" y="0"/>
                </a:lnTo>
                <a:lnTo>
                  <a:pt x="1455521" y="385779"/>
                </a:lnTo>
                <a:lnTo>
                  <a:pt x="1095615" y="1019127"/>
                </a:lnTo>
                <a:lnTo>
                  <a:pt x="359906" y="1019127"/>
                </a:lnTo>
                <a:lnTo>
                  <a:pt x="0" y="385779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Hexagon 15">
            <a:extLst>
              <a:ext uri="{FF2B5EF4-FFF2-40B4-BE49-F238E27FC236}">
                <a16:creationId xmlns:a16="http://schemas.microsoft.com/office/drawing/2014/main" id="{93831F6E-A0DA-46E5-AF13-ED5D9ABF108D}"/>
              </a:ext>
            </a:extLst>
          </p:cNvPr>
          <p:cNvSpPr/>
          <p:nvPr userDrawn="1"/>
        </p:nvSpPr>
        <p:spPr>
          <a:xfrm>
            <a:off x="1579486" y="45000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Hexagon 17">
            <a:extLst>
              <a:ext uri="{FF2B5EF4-FFF2-40B4-BE49-F238E27FC236}">
                <a16:creationId xmlns:a16="http://schemas.microsoft.com/office/drawing/2014/main" id="{18B06ECC-5FA7-4ACA-86BF-694240D0C05B}"/>
              </a:ext>
            </a:extLst>
          </p:cNvPr>
          <p:cNvSpPr/>
          <p:nvPr userDrawn="1"/>
        </p:nvSpPr>
        <p:spPr>
          <a:xfrm>
            <a:off x="412218" y="113647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Hexagon 19">
            <a:extLst>
              <a:ext uri="{FF2B5EF4-FFF2-40B4-BE49-F238E27FC236}">
                <a16:creationId xmlns:a16="http://schemas.microsoft.com/office/drawing/2014/main" id="{089AA305-8FFC-46A5-B806-D5D78320D0CD}"/>
              </a:ext>
            </a:extLst>
          </p:cNvPr>
          <p:cNvSpPr/>
          <p:nvPr userDrawn="1"/>
        </p:nvSpPr>
        <p:spPr>
          <a:xfrm>
            <a:off x="1580070" y="1812437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Hexagon 21">
            <a:extLst>
              <a:ext uri="{FF2B5EF4-FFF2-40B4-BE49-F238E27FC236}">
                <a16:creationId xmlns:a16="http://schemas.microsoft.com/office/drawing/2014/main" id="{DB2D65ED-32BC-44B2-92F3-E16717051CA1}"/>
              </a:ext>
            </a:extLst>
          </p:cNvPr>
          <p:cNvSpPr/>
          <p:nvPr userDrawn="1"/>
        </p:nvSpPr>
        <p:spPr>
          <a:xfrm>
            <a:off x="3953772" y="4582171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6100186E-95B0-AB29-6F1D-DBFBAA566DB2}"/>
              </a:ext>
            </a:extLst>
          </p:cNvPr>
          <p:cNvSpPr/>
          <p:nvPr userDrawn="1"/>
        </p:nvSpPr>
        <p:spPr>
          <a:xfrm>
            <a:off x="3955762" y="5952136"/>
            <a:ext cx="1455521" cy="932559"/>
          </a:xfrm>
          <a:custGeom>
            <a:avLst/>
            <a:gdLst>
              <a:gd name="connsiteX0" fmla="*/ 359906 w 1455521"/>
              <a:gd name="connsiteY0" fmla="*/ 0 h 932559"/>
              <a:gd name="connsiteX1" fmla="*/ 1095615 w 1455521"/>
              <a:gd name="connsiteY1" fmla="*/ 0 h 932559"/>
              <a:gd name="connsiteX2" fmla="*/ 1455521 w 1455521"/>
              <a:gd name="connsiteY2" fmla="*/ 633348 h 932559"/>
              <a:gd name="connsiteX3" fmla="*/ 1285492 w 1455521"/>
              <a:gd name="connsiteY3" fmla="*/ 932559 h 932559"/>
              <a:gd name="connsiteX4" fmla="*/ 170030 w 1455521"/>
              <a:gd name="connsiteY4" fmla="*/ 932559 h 932559"/>
              <a:gd name="connsiteX5" fmla="*/ 0 w 1455521"/>
              <a:gd name="connsiteY5" fmla="*/ 633348 h 932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32559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285492" y="932559"/>
                </a:lnTo>
                <a:lnTo>
                  <a:pt x="170030" y="932559"/>
                </a:lnTo>
                <a:lnTo>
                  <a:pt x="0" y="633348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Hexagon 27">
            <a:extLst>
              <a:ext uri="{FF2B5EF4-FFF2-40B4-BE49-F238E27FC236}">
                <a16:creationId xmlns:a16="http://schemas.microsoft.com/office/drawing/2014/main" id="{5275D449-7441-440B-8584-96D25256F24D}"/>
              </a:ext>
            </a:extLst>
          </p:cNvPr>
          <p:cNvSpPr/>
          <p:nvPr userDrawn="1"/>
        </p:nvSpPr>
        <p:spPr>
          <a:xfrm>
            <a:off x="2783996" y="524544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Hexagon 21">
            <a:extLst>
              <a:ext uri="{FF2B5EF4-FFF2-40B4-BE49-F238E27FC236}">
                <a16:creationId xmlns:a16="http://schemas.microsoft.com/office/drawing/2014/main" id="{AA088CB3-68C2-8BF7-640B-511D7AD708D4}"/>
              </a:ext>
            </a:extLst>
          </p:cNvPr>
          <p:cNvSpPr/>
          <p:nvPr userDrawn="1"/>
        </p:nvSpPr>
        <p:spPr>
          <a:xfrm>
            <a:off x="2757266" y="2493385"/>
            <a:ext cx="1467568" cy="1305975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rgbClr val="D844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Hexagon 28">
            <a:extLst>
              <a:ext uri="{FF2B5EF4-FFF2-40B4-BE49-F238E27FC236}">
                <a16:creationId xmlns:a16="http://schemas.microsoft.com/office/drawing/2014/main" id="{94CFCD79-F5CD-4175-96DE-1AC2E1999DB6}"/>
              </a:ext>
            </a:extLst>
          </p:cNvPr>
          <p:cNvSpPr/>
          <p:nvPr userDrawn="1"/>
        </p:nvSpPr>
        <p:spPr>
          <a:xfrm>
            <a:off x="2767144" y="388062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C8667104-E096-23C3-4C2C-5277C2AF5C57}"/>
              </a:ext>
            </a:extLst>
          </p:cNvPr>
          <p:cNvSpPr/>
          <p:nvPr userDrawn="1"/>
        </p:nvSpPr>
        <p:spPr>
          <a:xfrm>
            <a:off x="3702" y="448131"/>
            <a:ext cx="678871" cy="1266696"/>
          </a:xfrm>
          <a:custGeom>
            <a:avLst/>
            <a:gdLst>
              <a:gd name="connsiteX0" fmla="*/ 0 w 678871"/>
              <a:gd name="connsiteY0" fmla="*/ 0 h 1266696"/>
              <a:gd name="connsiteX1" fmla="*/ 318965 w 678871"/>
              <a:gd name="connsiteY1" fmla="*/ 0 h 1266696"/>
              <a:gd name="connsiteX2" fmla="*/ 678871 w 678871"/>
              <a:gd name="connsiteY2" fmla="*/ 633348 h 1266696"/>
              <a:gd name="connsiteX3" fmla="*/ 318965 w 678871"/>
              <a:gd name="connsiteY3" fmla="*/ 1266696 h 1266696"/>
              <a:gd name="connsiteX4" fmla="*/ 0 w 678871"/>
              <a:gd name="connsiteY4" fmla="*/ 1266696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871" h="1266696">
                <a:moveTo>
                  <a:pt x="0" y="0"/>
                </a:moveTo>
                <a:lnTo>
                  <a:pt x="318965" y="0"/>
                </a:lnTo>
                <a:lnTo>
                  <a:pt x="678871" y="633348"/>
                </a:lnTo>
                <a:lnTo>
                  <a:pt x="318965" y="1266696"/>
                </a:lnTo>
                <a:lnTo>
                  <a:pt x="0" y="1266696"/>
                </a:lnTo>
                <a:close/>
              </a:path>
            </a:pathLst>
          </a:cu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Hexagon 31">
            <a:extLst>
              <a:ext uri="{FF2B5EF4-FFF2-40B4-BE49-F238E27FC236}">
                <a16:creationId xmlns:a16="http://schemas.microsoft.com/office/drawing/2014/main" id="{61BB4AB0-7C5C-4697-A25B-0AFD8754AB52}"/>
              </a:ext>
            </a:extLst>
          </p:cNvPr>
          <p:cNvSpPr/>
          <p:nvPr userDrawn="1"/>
        </p:nvSpPr>
        <p:spPr>
          <a:xfrm>
            <a:off x="1580353" y="318279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Hexagon 28">
            <a:extLst>
              <a:ext uri="{FF2B5EF4-FFF2-40B4-BE49-F238E27FC236}">
                <a16:creationId xmlns:a16="http://schemas.microsoft.com/office/drawing/2014/main" id="{E4EF439B-1CC3-CA39-B62A-E54F83ED70D2}"/>
              </a:ext>
            </a:extLst>
          </p:cNvPr>
          <p:cNvSpPr/>
          <p:nvPr userDrawn="1"/>
        </p:nvSpPr>
        <p:spPr>
          <a:xfrm>
            <a:off x="396269" y="251164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2363FF00-E570-D743-258E-E9FEF4F02A08}"/>
              </a:ext>
            </a:extLst>
          </p:cNvPr>
          <p:cNvSpPr/>
          <p:nvPr userDrawn="1"/>
        </p:nvSpPr>
        <p:spPr>
          <a:xfrm>
            <a:off x="6334981" y="5962237"/>
            <a:ext cx="1455521" cy="901561"/>
          </a:xfrm>
          <a:custGeom>
            <a:avLst/>
            <a:gdLst>
              <a:gd name="connsiteX0" fmla="*/ 359906 w 1455521"/>
              <a:gd name="connsiteY0" fmla="*/ 0 h 901561"/>
              <a:gd name="connsiteX1" fmla="*/ 1095615 w 1455521"/>
              <a:gd name="connsiteY1" fmla="*/ 0 h 901561"/>
              <a:gd name="connsiteX2" fmla="*/ 1455521 w 1455521"/>
              <a:gd name="connsiteY2" fmla="*/ 633348 h 901561"/>
              <a:gd name="connsiteX3" fmla="*/ 1303107 w 1455521"/>
              <a:gd name="connsiteY3" fmla="*/ 901561 h 901561"/>
              <a:gd name="connsiteX4" fmla="*/ 152415 w 1455521"/>
              <a:gd name="connsiteY4" fmla="*/ 901561 h 901561"/>
              <a:gd name="connsiteX5" fmla="*/ 0 w 1455521"/>
              <a:gd name="connsiteY5" fmla="*/ 633348 h 90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01561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303107" y="901561"/>
                </a:lnTo>
                <a:lnTo>
                  <a:pt x="152415" y="901561"/>
                </a:lnTo>
                <a:lnTo>
                  <a:pt x="0" y="633348"/>
                </a:lnTo>
                <a:close/>
              </a:path>
            </a:pathLst>
          </a:custGeom>
          <a:noFill/>
          <a:ln w="19050">
            <a:solidFill>
              <a:srgbClr val="98432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Hexagon 21">
            <a:extLst>
              <a:ext uri="{FF2B5EF4-FFF2-40B4-BE49-F238E27FC236}">
                <a16:creationId xmlns:a16="http://schemas.microsoft.com/office/drawing/2014/main" id="{A38FF139-88E9-67A9-6010-4EDFB851076B}"/>
              </a:ext>
            </a:extLst>
          </p:cNvPr>
          <p:cNvSpPr/>
          <p:nvPr userDrawn="1"/>
        </p:nvSpPr>
        <p:spPr>
          <a:xfrm>
            <a:off x="5150156" y="5261378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Hexagon 21">
            <a:extLst>
              <a:ext uri="{FF2B5EF4-FFF2-40B4-BE49-F238E27FC236}">
                <a16:creationId xmlns:a16="http://schemas.microsoft.com/office/drawing/2014/main" id="{99956147-4454-5EA6-FC9C-94C08EE35F28}"/>
              </a:ext>
            </a:extLst>
          </p:cNvPr>
          <p:cNvSpPr/>
          <p:nvPr userDrawn="1"/>
        </p:nvSpPr>
        <p:spPr>
          <a:xfrm>
            <a:off x="3948599" y="3206642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4722C9EB-D452-B3DF-5219-160F48DE7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0" y="731520"/>
            <a:ext cx="5394960" cy="2103120"/>
          </a:xfrm>
        </p:spPr>
        <p:txBody>
          <a:bodyPr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B7E46D91-6194-E279-CAE3-425E21FD4A8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035040" y="3108960"/>
            <a:ext cx="5394960" cy="187979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E3C8467A-0A34-2A65-92FE-F12F6A3D84A6}"/>
              </a:ext>
            </a:extLst>
          </p:cNvPr>
          <p:cNvSpPr/>
          <p:nvPr userDrawn="1"/>
        </p:nvSpPr>
        <p:spPr>
          <a:xfrm>
            <a:off x="-6538" y="1815084"/>
            <a:ext cx="697438" cy="1266696"/>
          </a:xfrm>
          <a:custGeom>
            <a:avLst/>
            <a:gdLst>
              <a:gd name="connsiteX0" fmla="*/ 0 w 732607"/>
              <a:gd name="connsiteY0" fmla="*/ 0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0" fmla="*/ 43961 w 732607"/>
              <a:gd name="connsiteY0" fmla="*/ 8793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5" fmla="*/ 43961 w 732607"/>
              <a:gd name="connsiteY5" fmla="*/ 8793 h 1266696"/>
              <a:gd name="connsiteX0" fmla="*/ 8792 w 697438"/>
              <a:gd name="connsiteY0" fmla="*/ 8793 h 1266696"/>
              <a:gd name="connsiteX1" fmla="*/ 337532 w 697438"/>
              <a:gd name="connsiteY1" fmla="*/ 0 h 1266696"/>
              <a:gd name="connsiteX2" fmla="*/ 697438 w 697438"/>
              <a:gd name="connsiteY2" fmla="*/ 633348 h 1266696"/>
              <a:gd name="connsiteX3" fmla="*/ 337532 w 697438"/>
              <a:gd name="connsiteY3" fmla="*/ 1266696 h 1266696"/>
              <a:gd name="connsiteX4" fmla="*/ 0 w 697438"/>
              <a:gd name="connsiteY4" fmla="*/ 1266696 h 1266696"/>
              <a:gd name="connsiteX5" fmla="*/ 8792 w 697438"/>
              <a:gd name="connsiteY5" fmla="*/ 8793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7438" h="1266696">
                <a:moveTo>
                  <a:pt x="8792" y="8793"/>
                </a:moveTo>
                <a:lnTo>
                  <a:pt x="337532" y="0"/>
                </a:lnTo>
                <a:lnTo>
                  <a:pt x="697438" y="633348"/>
                </a:lnTo>
                <a:lnTo>
                  <a:pt x="337532" y="1266696"/>
                </a:lnTo>
                <a:lnTo>
                  <a:pt x="0" y="1266696"/>
                </a:lnTo>
                <a:cubicBezTo>
                  <a:pt x="0" y="844464"/>
                  <a:pt x="8792" y="431025"/>
                  <a:pt x="8792" y="8793"/>
                </a:cubicBezTo>
                <a:close/>
              </a:path>
            </a:pathLst>
          </a:custGeom>
          <a:noFill/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7334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7">
            <a:extLst>
              <a:ext uri="{FF2B5EF4-FFF2-40B4-BE49-F238E27FC236}">
                <a16:creationId xmlns:a16="http://schemas.microsoft.com/office/drawing/2014/main" id="{28B6388A-37D2-4382-A7FC-9B9A76BDE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4169" y="6217920"/>
            <a:ext cx="45859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8CB8A3D-9A54-FD7C-F6A5-B33E6C891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F38A7675-78A2-B642-22AF-B98514C68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76125D-E69D-E2ED-1549-3D67DBD4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21792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20574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1" r:id="rId2"/>
    <p:sldLayoutId id="2147483674" r:id="rId3"/>
    <p:sldLayoutId id="2147483670" r:id="rId4"/>
    <p:sldLayoutId id="2147483669" r:id="rId5"/>
    <p:sldLayoutId id="2147483655" r:id="rId6"/>
    <p:sldLayoutId id="2147483651" r:id="rId7"/>
    <p:sldLayoutId id="2147483662" r:id="rId8"/>
    <p:sldLayoutId id="2147483673" r:id="rId9"/>
    <p:sldLayoutId id="2147483653" r:id="rId10"/>
    <p:sldLayoutId id="2147483663" r:id="rId11"/>
    <p:sldLayoutId id="2147483665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1pPr>
      <a:lvl2pPr marL="73152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09728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46304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2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5640" userDrawn="1">
          <p15:clr>
            <a:srgbClr val="F26B43"/>
          </p15:clr>
        </p15:guide>
        <p15:guide id="4" pos="1656" userDrawn="1">
          <p15:clr>
            <a:srgbClr val="F26B43"/>
          </p15:clr>
        </p15:guide>
        <p15:guide id="5" pos="520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fif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fif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3A3B864-5E85-99D2-93E5-5CA1F4F35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3200400"/>
            <a:ext cx="5358284" cy="2743200"/>
          </a:xfrm>
        </p:spPr>
        <p:txBody>
          <a:bodyPr lIns="0" anchor="t" anchorCtr="0">
            <a:normAutofit/>
          </a:bodyPr>
          <a:lstStyle/>
          <a:p>
            <a:r>
              <a:rPr lang="en-US" altLang="zh-CN" dirty="0"/>
              <a:t>Three-Tier Cloud Architecture Deployment</a:t>
            </a:r>
            <a:endParaRPr lang="en-US" dirty="0"/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2C0CA6A3-5752-AD04-9C71-D3E8462A5932}"/>
              </a:ext>
            </a:extLst>
          </p:cNvPr>
          <p:cNvPicPr>
            <a:picLocks noGrp="1" noChangeAspect="1"/>
          </p:cNvPicPr>
          <p:nvPr>
            <p:ph type="pic" sz="quarter" idx="47"/>
          </p:nvPr>
        </p:nvPicPr>
        <p:blipFill>
          <a:blip r:embed="rId3"/>
          <a:srcRect l="34777" r="32444"/>
          <a:stretch>
            <a:fillRect/>
          </a:stretch>
        </p:blipFill>
        <p:spPr>
          <a:xfrm>
            <a:off x="7493157" y="529148"/>
            <a:ext cx="4248873" cy="473113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noFill/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85E0237-B9A1-0B58-E0AA-05EF84817EB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61872" y="2240280"/>
            <a:ext cx="5029200" cy="760288"/>
          </a:xfrm>
        </p:spPr>
        <p:txBody>
          <a:bodyPr anchor="b">
            <a:normAutofit/>
          </a:bodyPr>
          <a:lstStyle/>
          <a:p>
            <a:r>
              <a:rPr lang="en-US" dirty="0"/>
              <a:t>Julio Cesar Aldana Almanza</a:t>
            </a:r>
          </a:p>
        </p:txBody>
      </p:sp>
    </p:spTree>
    <p:extLst>
      <p:ext uri="{BB962C8B-B14F-4D97-AF65-F5344CB8AC3E}">
        <p14:creationId xmlns:p14="http://schemas.microsoft.com/office/powerpoint/2010/main" val="3898447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F021C-3CEB-0FBA-DA89-C9C82E741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429000"/>
            <a:ext cx="4206240" cy="2377440"/>
          </a:xfrm>
        </p:spPr>
        <p:txBody>
          <a:bodyPr anchor="t" anchorCtr="0"/>
          <a:lstStyle/>
          <a:p>
            <a:r>
              <a:rPr lang="en-US" dirty="0"/>
              <a:t>Agenda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6746B3-AFD9-641E-7CBF-9A783646B368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5014127" y="3429000"/>
            <a:ext cx="3855236" cy="2378075"/>
          </a:xfrm>
        </p:spPr>
        <p:txBody>
          <a:bodyPr anchor="t" anchorCtr="0">
            <a:normAutofit/>
          </a:bodyPr>
          <a:lstStyle/>
          <a:p>
            <a:r>
              <a:rPr lang="en-US" dirty="0"/>
              <a:t>Architecture Overview</a:t>
            </a:r>
          </a:p>
          <a:p>
            <a:r>
              <a:rPr lang="en-US" dirty="0"/>
              <a:t>Challenges &amp; Solutions</a:t>
            </a:r>
          </a:p>
          <a:p>
            <a:r>
              <a:rPr lang="en-US" dirty="0"/>
              <a:t>Cost Analysis</a:t>
            </a:r>
          </a:p>
          <a:p>
            <a:r>
              <a:rPr lang="en-US" dirty="0"/>
              <a:t>Improvements &amp; Next Steps</a:t>
            </a:r>
          </a:p>
          <a:p>
            <a:r>
              <a:rPr lang="en-US" dirty="0"/>
              <a:t>Live Demo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559569-83D5-A20B-653C-B9D6C8D98164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2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485080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2A73C-F597-27B7-8F29-D6406DC4D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8464" y="731520"/>
            <a:ext cx="5029200" cy="3291840"/>
          </a:xfrm>
        </p:spPr>
        <p:txBody>
          <a:bodyPr lIns="0" anchor="b" anchorCtr="0"/>
          <a:lstStyle/>
          <a:p>
            <a:r>
              <a:rPr lang="en-US" dirty="0"/>
              <a:t>Three-Tier Architecture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190503-C2C6-37F4-4636-9B4A8A3DE4E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117336" y="4172084"/>
            <a:ext cx="4910328" cy="1005840"/>
          </a:xfrm>
        </p:spPr>
        <p:txBody>
          <a:bodyPr/>
          <a:lstStyle/>
          <a:p>
            <a:r>
              <a:rPr lang="en-US" dirty="0"/>
              <a:t>Virtual Private Cloud</a:t>
            </a:r>
          </a:p>
        </p:txBody>
      </p:sp>
    </p:spTree>
    <p:extLst>
      <p:ext uri="{BB962C8B-B14F-4D97-AF65-F5344CB8AC3E}">
        <p14:creationId xmlns:p14="http://schemas.microsoft.com/office/powerpoint/2010/main" val="3530111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073729"/>
            <a:ext cx="4572000" cy="3796719"/>
          </a:xfrm>
          <a:noFill/>
        </p:spPr>
        <p:txBody>
          <a:bodyPr anchor="t" anchorCtr="0">
            <a:noAutofit/>
          </a:bodyPr>
          <a:lstStyle/>
          <a:p>
            <a:r>
              <a:rPr lang="en-US" dirty="0"/>
              <a:t>Network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33159-D030-2F82-A142-F75940728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922179"/>
            <a:ext cx="5029200" cy="3383280"/>
          </a:xfrm>
          <a:noFill/>
        </p:spPr>
        <p:txBody>
          <a:bodyPr>
            <a:normAutofit fontScale="77500" lnSpcReduction="20000"/>
          </a:bodyPr>
          <a:lstStyle/>
          <a:p>
            <a:r>
              <a:rPr lang="en-US" dirty="0"/>
              <a:t>VPC: 10.0.0.0/16</a:t>
            </a:r>
          </a:p>
          <a:p>
            <a:r>
              <a:rPr lang="en-US" dirty="0"/>
              <a:t>Presentation Subnets (Public): </a:t>
            </a:r>
          </a:p>
          <a:p>
            <a:pPr lvl="1"/>
            <a:r>
              <a:rPr lang="en-US" dirty="0"/>
              <a:t>AZ 1: 10.0.1.0/24</a:t>
            </a:r>
          </a:p>
          <a:p>
            <a:pPr lvl="1"/>
            <a:r>
              <a:rPr lang="en-US" dirty="0"/>
              <a:t>AZ 2: 10.0.2.0/24</a:t>
            </a:r>
          </a:p>
          <a:p>
            <a:r>
              <a:rPr lang="en-US" dirty="0"/>
              <a:t>Application Subnets (Private):</a:t>
            </a:r>
          </a:p>
          <a:p>
            <a:pPr lvl="1"/>
            <a:r>
              <a:rPr lang="en-US" dirty="0"/>
              <a:t>AZ 1: 10.0.11.0/24</a:t>
            </a:r>
          </a:p>
          <a:p>
            <a:pPr lvl="1"/>
            <a:r>
              <a:rPr lang="en-US" dirty="0"/>
              <a:t>AZ 2: 10.0.12.0/24</a:t>
            </a:r>
          </a:p>
          <a:p>
            <a:r>
              <a:rPr lang="en-US" dirty="0"/>
              <a:t> Data Subnets (Private): </a:t>
            </a:r>
          </a:p>
          <a:p>
            <a:pPr lvl="1"/>
            <a:r>
              <a:rPr lang="en-US" dirty="0"/>
              <a:t>AZ 1: 10.0.21.0/24</a:t>
            </a:r>
          </a:p>
          <a:p>
            <a:pPr lvl="1"/>
            <a:r>
              <a:rPr lang="en-US" dirty="0"/>
              <a:t>AZ 2: 10.0.22.0/24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D4AF3B-CC38-C6F7-1058-2FC5EE48D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BFB171-B2A9-94CB-0CEB-EE4F066B8E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6973" y="1092441"/>
            <a:ext cx="4725788" cy="5404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2C3428-5DA9-9D27-C7B1-DAAE5CC01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56C88-2852-9248-FA45-F4B0884AA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073729"/>
            <a:ext cx="4572000" cy="3796719"/>
          </a:xfrm>
          <a:noFill/>
        </p:spPr>
        <p:txBody>
          <a:bodyPr anchor="t" anchorCtr="0">
            <a:noAutofit/>
          </a:bodyPr>
          <a:lstStyle/>
          <a:p>
            <a:r>
              <a:rPr lang="en-US" dirty="0"/>
              <a:t>Traffic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1B58C8-82CC-DC18-57AF-37A293472A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799" y="2922179"/>
            <a:ext cx="5815693" cy="3383280"/>
          </a:xfrm>
          <a:noFill/>
        </p:spPr>
        <p:txBody>
          <a:bodyPr>
            <a:normAutofit fontScale="70000" lnSpcReduction="20000"/>
          </a:bodyPr>
          <a:lstStyle/>
          <a:p>
            <a:r>
              <a:rPr lang="en-US" dirty="0"/>
              <a:t>Internet Gateway: allow traffic from outside to VPC</a:t>
            </a:r>
          </a:p>
          <a:p>
            <a:r>
              <a:rPr lang="en-US" dirty="0"/>
              <a:t>Presentation Tier: </a:t>
            </a:r>
          </a:p>
          <a:p>
            <a:pPr lvl="1"/>
            <a:r>
              <a:rPr lang="en-US" dirty="0"/>
              <a:t>Allows HTTP requests from IGW (Port 80)</a:t>
            </a:r>
          </a:p>
          <a:p>
            <a:pPr lvl="1"/>
            <a:r>
              <a:rPr lang="en-US" dirty="0"/>
              <a:t>NAT Gateway attached to allow outbound requests from app-tier</a:t>
            </a:r>
          </a:p>
          <a:p>
            <a:r>
              <a:rPr lang="en-US" dirty="0"/>
              <a:t>Application Tier:</a:t>
            </a:r>
          </a:p>
          <a:p>
            <a:pPr lvl="1"/>
            <a:r>
              <a:rPr lang="en-US" dirty="0"/>
              <a:t>Receives HTTP request from presentation tier only (Port 8080)</a:t>
            </a:r>
          </a:p>
          <a:p>
            <a:pPr lvl="1"/>
            <a:r>
              <a:rPr lang="en-US" dirty="0"/>
              <a:t>Outbound traffic allowed through NAT Gateway for package downloads</a:t>
            </a:r>
          </a:p>
          <a:p>
            <a:r>
              <a:rPr lang="en-US" dirty="0"/>
              <a:t>Data Tier </a:t>
            </a:r>
          </a:p>
          <a:p>
            <a:pPr lvl="1"/>
            <a:r>
              <a:rPr lang="en-US" dirty="0"/>
              <a:t>Isolated from Outside: receives request from app tier only (MySQL:3306 and PostgreSQL:5432)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D8CF15-AA86-6BD2-3A83-8ED4DA24D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5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34DF4E-1DAF-4B6A-47A8-28A39899EE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3492" y="1133487"/>
            <a:ext cx="3415393" cy="5277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1284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EF49B-EE1B-BAB6-8612-EA44ED27D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le 59">
            <a:extLst>
              <a:ext uri="{FF2B5EF4-FFF2-40B4-BE49-F238E27FC236}">
                <a16:creationId xmlns:a16="http://schemas.microsoft.com/office/drawing/2014/main" id="{C12879A3-47BD-CD78-1195-ED1680E2A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149" y="556961"/>
            <a:ext cx="7132320" cy="697758"/>
          </a:xfrm>
        </p:spPr>
        <p:txBody>
          <a:bodyPr/>
          <a:lstStyle/>
          <a:p>
            <a:r>
              <a:rPr lang="en-US" dirty="0"/>
              <a:t>Security Groups</a:t>
            </a:r>
          </a:p>
        </p:txBody>
      </p:sp>
      <p:sp>
        <p:nvSpPr>
          <p:cNvPr id="11" name="Slide Number Placeholder 13">
            <a:extLst>
              <a:ext uri="{FF2B5EF4-FFF2-40B4-BE49-F238E27FC236}">
                <a16:creationId xmlns:a16="http://schemas.microsoft.com/office/drawing/2014/main" id="{F2E83232-D5BF-7E07-1335-ABF53BF595F4}"/>
              </a:ext>
            </a:extLst>
          </p:cNvPr>
          <p:cNvSpPr txBox="1">
            <a:spLocks/>
          </p:cNvSpPr>
          <p:nvPr/>
        </p:nvSpPr>
        <p:spPr>
          <a:xfrm>
            <a:off x="11194169" y="6215665"/>
            <a:ext cx="458592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7FEACEE-25B4-4A2D-B147-27296E36371D}" type="slidenum">
              <a:rPr kumimoji="0" lang="en-US" altLang="zh-CN" sz="120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zh-CN" sz="1200" u="none" strike="noStrike" kern="120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7CCF78-FE0E-3118-C10D-CC1421122042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6</a:t>
            </a:fld>
            <a:endParaRPr lang="en-US" altLang="zh-CN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9807D6-2551-24A2-C6DD-42FDACC06E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7570" y="1406512"/>
            <a:ext cx="3663393" cy="424753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1F610C4-EA0C-BB1D-4A95-C9B1B526BF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403" y="1449218"/>
            <a:ext cx="4134426" cy="98507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D5068DA-4FFF-C74D-2191-A247BFE61B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1401" y="2628788"/>
            <a:ext cx="4134427" cy="147783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0464B5B-FC1C-6257-6C6C-D9190C2F5E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7330" y="2628788"/>
            <a:ext cx="3338737" cy="192323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29D367B-F8DE-0D72-68E0-BBD16172494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1401" y="4301124"/>
            <a:ext cx="4134427" cy="1729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1645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782CA-FA12-1472-7AAF-35E217470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D4419-38A3-608A-8ACA-ED8C39C2B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718269"/>
            <a:ext cx="4364334" cy="4152180"/>
          </a:xfrm>
          <a:noFill/>
        </p:spPr>
        <p:txBody>
          <a:bodyPr anchor="t" anchorCtr="0">
            <a:noAutofit/>
          </a:bodyPr>
          <a:lstStyle/>
          <a:p>
            <a:r>
              <a:rPr lang="en-US" dirty="0"/>
              <a:t>Three-Tier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452B1-6187-1965-51E1-B3B69C2495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799" y="2922179"/>
            <a:ext cx="5423807" cy="3383280"/>
          </a:xfrm>
          <a:noFill/>
        </p:spPr>
        <p:txBody>
          <a:bodyPr>
            <a:normAutofit lnSpcReduction="10000"/>
          </a:bodyPr>
          <a:lstStyle/>
          <a:p>
            <a:r>
              <a:rPr lang="en-US" dirty="0"/>
              <a:t>Presentation Subnets </a:t>
            </a:r>
          </a:p>
          <a:p>
            <a:r>
              <a:rPr lang="en-US" dirty="0"/>
              <a:t>Application Subnets</a:t>
            </a:r>
          </a:p>
          <a:p>
            <a:r>
              <a:rPr lang="en-US" dirty="0"/>
              <a:t>Data Subnets</a:t>
            </a:r>
          </a:p>
          <a:p>
            <a:r>
              <a:rPr lang="en-US" dirty="0"/>
              <a:t>Bastion</a:t>
            </a:r>
          </a:p>
          <a:p>
            <a:r>
              <a:rPr lang="en-US" dirty="0"/>
              <a:t>Internet Gateway</a:t>
            </a:r>
          </a:p>
          <a:p>
            <a:r>
              <a:rPr lang="en-US" dirty="0"/>
              <a:t>NAT Gateway</a:t>
            </a:r>
          </a:p>
          <a:p>
            <a:r>
              <a:rPr lang="en-US" dirty="0"/>
              <a:t>Load Balancer</a:t>
            </a:r>
          </a:p>
          <a:p>
            <a:r>
              <a:rPr lang="en-US" dirty="0"/>
              <a:t>Target Group</a:t>
            </a:r>
          </a:p>
          <a:p>
            <a:endParaRPr lang="en-US" dirty="0"/>
          </a:p>
          <a:p>
            <a:pPr marL="384048" lvl="1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159449-18EC-7C50-DDCE-160B3BF37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8F651B-782B-D79F-E1AF-99929B73CB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1421" y="602198"/>
            <a:ext cx="6439482" cy="5703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9313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A61EC-5F42-6AB8-DF35-480F07028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6382" y="2220686"/>
            <a:ext cx="4845817" cy="3722914"/>
          </a:xfrm>
        </p:spPr>
        <p:txBody>
          <a:bodyPr lIns="0" anchor="t" anchorCtr="0"/>
          <a:lstStyle/>
          <a:p>
            <a:r>
              <a:rPr lang="en-US" dirty="0"/>
              <a:t>Challenges &amp; Solutions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2C499B3D-83D7-93D8-87CB-D304865A3244}"/>
              </a:ext>
            </a:extLst>
          </p:cNvPr>
          <p:cNvPicPr>
            <a:picLocks noGrp="1" noChangeAspect="1"/>
          </p:cNvPicPr>
          <p:nvPr>
            <p:ph type="pic" sz="quarter" idx="47"/>
          </p:nvPr>
        </p:nvPicPr>
        <p:blipFill>
          <a:blip r:embed="rId2"/>
          <a:srcRect l="21800" r="21800"/>
          <a:stretch>
            <a:fillRect/>
          </a:stretch>
        </p:blipFill>
        <p:spPr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7350875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le 59">
            <a:extLst>
              <a:ext uri="{FF2B5EF4-FFF2-40B4-BE49-F238E27FC236}">
                <a16:creationId xmlns:a16="http://schemas.microsoft.com/office/drawing/2014/main" id="{0031CE36-F77D-3964-C169-771DBA49D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60704"/>
            <a:ext cx="7132320" cy="555825"/>
          </a:xfrm>
        </p:spPr>
        <p:txBody>
          <a:bodyPr>
            <a:normAutofit fontScale="90000"/>
          </a:bodyPr>
          <a:lstStyle/>
          <a:p>
            <a:r>
              <a:rPr lang="en-US" dirty="0"/>
              <a:t>Application Instance stars unhealthy</a:t>
            </a:r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520E98B6-7B33-8FD4-A662-31DD4B85E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399" y="1771650"/>
            <a:ext cx="6817179" cy="710293"/>
          </a:xfrm>
        </p:spPr>
        <p:txBody>
          <a:bodyPr/>
          <a:lstStyle/>
          <a:p>
            <a:r>
              <a:rPr lang="en-US" dirty="0"/>
              <a:t>Application server is marked as unhealthy at the first start.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78466807-A2DA-EC5D-ACDE-B83D6F7169EA}"/>
              </a:ext>
            </a:extLst>
          </p:cNvPr>
          <p:cNvSpPr>
            <a:spLocks noGrp="1"/>
          </p:cNvSpPr>
          <p:nvPr>
            <p:ph idx="56"/>
          </p:nvPr>
        </p:nvSpPr>
        <p:spPr>
          <a:xfrm>
            <a:off x="1020535" y="4686300"/>
            <a:ext cx="8254093" cy="1632857"/>
          </a:xfrm>
        </p:spPr>
        <p:txBody>
          <a:bodyPr>
            <a:normAutofit/>
          </a:bodyPr>
          <a:lstStyle/>
          <a:p>
            <a:r>
              <a:rPr lang="en-US" sz="3200" b="1" dirty="0"/>
              <a:t>Solution</a:t>
            </a:r>
          </a:p>
          <a:p>
            <a:pPr>
              <a:spcBef>
                <a:spcPts val="600"/>
              </a:spcBef>
            </a:pPr>
            <a:r>
              <a:rPr lang="en-US" sz="1600" dirty="0"/>
              <a:t>Run bash </a:t>
            </a:r>
            <a:r>
              <a:rPr lang="en-US" sz="12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npm</a:t>
            </a:r>
            <a:r>
              <a:rPr lang="en-US" sz="12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install </a:t>
            </a:r>
            <a:r>
              <a:rPr lang="en-US" sz="12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pg</a:t>
            </a:r>
            <a:r>
              <a:rPr lang="en-US" sz="12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 </a:t>
            </a:r>
            <a:r>
              <a:rPr lang="en-US" sz="1600" dirty="0"/>
              <a:t>to install the dependency needed. </a:t>
            </a:r>
          </a:p>
          <a:p>
            <a:pPr>
              <a:spcBef>
                <a:spcPts val="600"/>
              </a:spcBef>
            </a:pPr>
            <a:r>
              <a:rPr lang="en-US" sz="1600" dirty="0"/>
              <a:t>Run bash </a:t>
            </a:r>
            <a:r>
              <a:rPr lang="en-US" sz="12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sudo</a:t>
            </a:r>
            <a:r>
              <a:rPr lang="en-US" sz="12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12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chmod</a:t>
            </a:r>
            <a:r>
              <a:rPr lang="en-US" sz="12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777 app.log </a:t>
            </a:r>
            <a:r>
              <a:rPr lang="en-US" sz="1600" dirty="0"/>
              <a:t>to allow edition of app.log file. </a:t>
            </a:r>
          </a:p>
          <a:p>
            <a:pPr>
              <a:spcBef>
                <a:spcPts val="600"/>
              </a:spcBef>
            </a:pPr>
            <a:r>
              <a:rPr lang="en-US" sz="1600" dirty="0"/>
              <a:t>Run the application using the command </a:t>
            </a:r>
            <a:r>
              <a:rPr lang="en-US" sz="12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sudo</a:t>
            </a:r>
            <a:r>
              <a:rPr lang="en-US" sz="12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12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nohup</a:t>
            </a:r>
            <a:r>
              <a:rPr lang="en-US" sz="12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node server.js &gt; app.log 2&gt;&amp;1 &amp;.</a:t>
            </a:r>
            <a:endParaRPr lang="en-US" sz="16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1" name="Slide Number Placeholder 13">
            <a:extLst>
              <a:ext uri="{FF2B5EF4-FFF2-40B4-BE49-F238E27FC236}">
                <a16:creationId xmlns:a16="http://schemas.microsoft.com/office/drawing/2014/main" id="{930FF33C-2E3C-37EC-75C2-1BE4513D9B62}"/>
              </a:ext>
            </a:extLst>
          </p:cNvPr>
          <p:cNvSpPr txBox="1">
            <a:spLocks/>
          </p:cNvSpPr>
          <p:nvPr/>
        </p:nvSpPr>
        <p:spPr>
          <a:xfrm>
            <a:off x="11194169" y="6215665"/>
            <a:ext cx="458592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7FEACEE-25B4-4A2D-B147-27296E36371D}" type="slidenum">
              <a:rPr kumimoji="0" lang="en-US" altLang="zh-CN" sz="120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zh-CN" sz="1200" u="none" strike="noStrike" kern="120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222DE72-77CB-CB24-A4D1-2FAC47307AC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9</a:t>
            </a:fld>
            <a:endParaRPr lang="en-US" altLang="zh-CN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711349-552F-AFBF-5390-82AC959C37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223" y="2171700"/>
            <a:ext cx="5312741" cy="2422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1480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02FC7-AB21-B039-F0FB-3EF1974C8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le 59">
            <a:extLst>
              <a:ext uri="{FF2B5EF4-FFF2-40B4-BE49-F238E27FC236}">
                <a16:creationId xmlns:a16="http://schemas.microsoft.com/office/drawing/2014/main" id="{B1D53485-2BD3-0057-9173-E0DA839FF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60704"/>
            <a:ext cx="7132320" cy="555825"/>
          </a:xfrm>
        </p:spPr>
        <p:txBody>
          <a:bodyPr>
            <a:normAutofit fontScale="90000"/>
          </a:bodyPr>
          <a:lstStyle/>
          <a:p>
            <a:r>
              <a:rPr lang="en-US" dirty="0"/>
              <a:t>Application not running on restart</a:t>
            </a:r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9FBC47D9-4E5A-0AD4-1ED9-F4B20089D2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399" y="1771650"/>
            <a:ext cx="6817179" cy="710293"/>
          </a:xfrm>
        </p:spPr>
        <p:txBody>
          <a:bodyPr/>
          <a:lstStyle/>
          <a:p>
            <a:r>
              <a:rPr lang="en-US" dirty="0"/>
              <a:t>Application is not running again after restarting. A manual restart of the application is needed..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3C7881A2-F1A1-4C69-83E9-E23DC8787D03}"/>
              </a:ext>
            </a:extLst>
          </p:cNvPr>
          <p:cNvSpPr>
            <a:spLocks noGrp="1"/>
          </p:cNvSpPr>
          <p:nvPr>
            <p:ph idx="56"/>
          </p:nvPr>
        </p:nvSpPr>
        <p:spPr>
          <a:xfrm>
            <a:off x="914399" y="2530928"/>
            <a:ext cx="8360229" cy="555825"/>
          </a:xfrm>
        </p:spPr>
        <p:txBody>
          <a:bodyPr>
            <a:normAutofit/>
          </a:bodyPr>
          <a:lstStyle/>
          <a:p>
            <a:r>
              <a:rPr lang="en-US" sz="3200" b="1" dirty="0"/>
              <a:t>Solution</a:t>
            </a:r>
          </a:p>
        </p:txBody>
      </p:sp>
      <p:sp>
        <p:nvSpPr>
          <p:cNvPr id="11" name="Slide Number Placeholder 13">
            <a:extLst>
              <a:ext uri="{FF2B5EF4-FFF2-40B4-BE49-F238E27FC236}">
                <a16:creationId xmlns:a16="http://schemas.microsoft.com/office/drawing/2014/main" id="{848E6BFE-2BB3-B86F-2060-1C16CDB36DBC}"/>
              </a:ext>
            </a:extLst>
          </p:cNvPr>
          <p:cNvSpPr txBox="1">
            <a:spLocks/>
          </p:cNvSpPr>
          <p:nvPr/>
        </p:nvSpPr>
        <p:spPr>
          <a:xfrm>
            <a:off x="11194169" y="6215665"/>
            <a:ext cx="458592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7FEACEE-25B4-4A2D-B147-27296E36371D}" type="slidenum">
              <a:rPr kumimoji="0" lang="en-US" altLang="zh-CN" sz="120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zh-CN" sz="1200" u="none" strike="noStrike" kern="120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F8E237-9955-B45F-452A-EDC02FAFAC82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10</a:t>
            </a:fld>
            <a:endParaRPr lang="en-US" altLang="zh-CN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4C4A89-760F-5EC9-383D-278B5186D5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399" y="3135738"/>
            <a:ext cx="6457951" cy="330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7606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86378-DCF5-D0B3-3573-F75CB8402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le 59">
            <a:extLst>
              <a:ext uri="{FF2B5EF4-FFF2-40B4-BE49-F238E27FC236}">
                <a16:creationId xmlns:a16="http://schemas.microsoft.com/office/drawing/2014/main" id="{3A65C8D5-10F0-4AA7-16FB-ABB5CAB91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60704"/>
            <a:ext cx="7132320" cy="555825"/>
          </a:xfrm>
        </p:spPr>
        <p:txBody>
          <a:bodyPr>
            <a:normAutofit fontScale="90000"/>
          </a:bodyPr>
          <a:lstStyle/>
          <a:p>
            <a:r>
              <a:rPr lang="en-US" dirty="0"/>
              <a:t>Host key verification failed</a:t>
            </a:r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2C3D1BF0-D6C8-91EF-CA1F-B841F22480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399" y="1771650"/>
            <a:ext cx="6817179" cy="710293"/>
          </a:xfrm>
        </p:spPr>
        <p:txBody>
          <a:bodyPr/>
          <a:lstStyle/>
          <a:p>
            <a:r>
              <a:rPr lang="en-US" dirty="0"/>
              <a:t>Database connection through bastion refused due to warning "Remote host identification has changed!"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2AF78A4B-325C-B4DE-8BF1-512F709C0F35}"/>
              </a:ext>
            </a:extLst>
          </p:cNvPr>
          <p:cNvSpPr>
            <a:spLocks noGrp="1"/>
          </p:cNvSpPr>
          <p:nvPr>
            <p:ph idx="56"/>
          </p:nvPr>
        </p:nvSpPr>
        <p:spPr>
          <a:xfrm>
            <a:off x="914399" y="4939393"/>
            <a:ext cx="8360229" cy="1510393"/>
          </a:xfrm>
        </p:spPr>
        <p:txBody>
          <a:bodyPr>
            <a:normAutofit/>
          </a:bodyPr>
          <a:lstStyle/>
          <a:p>
            <a:r>
              <a:rPr lang="en-US" sz="3200" b="1" dirty="0"/>
              <a:t>Solution</a:t>
            </a:r>
          </a:p>
          <a:p>
            <a:r>
              <a:rPr lang="en-US" dirty="0"/>
              <a:t>Run </a:t>
            </a:r>
            <a:r>
              <a:rPr lang="en-US" sz="12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ssh-keygen -R DB-PRIVATE-IP  </a:t>
            </a:r>
            <a:r>
              <a:rPr lang="en-US" dirty="0"/>
              <a:t>to remove any key that the </a:t>
            </a:r>
            <a:r>
              <a:rPr lang="en-US" dirty="0" err="1"/>
              <a:t>db</a:t>
            </a:r>
            <a:r>
              <a:rPr lang="en-US" dirty="0"/>
              <a:t> IP address may have attached.</a:t>
            </a:r>
            <a:endParaRPr lang="en-US" sz="3200" b="1" dirty="0"/>
          </a:p>
        </p:txBody>
      </p:sp>
      <p:sp>
        <p:nvSpPr>
          <p:cNvPr id="11" name="Slide Number Placeholder 13">
            <a:extLst>
              <a:ext uri="{FF2B5EF4-FFF2-40B4-BE49-F238E27FC236}">
                <a16:creationId xmlns:a16="http://schemas.microsoft.com/office/drawing/2014/main" id="{5D0B3CCF-4FC9-C757-CD82-CDFFD44AC6D2}"/>
              </a:ext>
            </a:extLst>
          </p:cNvPr>
          <p:cNvSpPr txBox="1">
            <a:spLocks/>
          </p:cNvSpPr>
          <p:nvPr/>
        </p:nvSpPr>
        <p:spPr>
          <a:xfrm>
            <a:off x="11194169" y="6215665"/>
            <a:ext cx="458592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7FEACEE-25B4-4A2D-B147-27296E36371D}" type="slidenum">
              <a:rPr kumimoji="0" lang="en-US" altLang="zh-CN" sz="120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zh-CN" sz="1200" u="none" strike="noStrike" kern="120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B562DED-B4F1-14AE-58D0-60F327E13763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11</a:t>
            </a:fld>
            <a:endParaRPr lang="en-US" altLang="zh-CN" noProof="0" dirty="0"/>
          </a:p>
        </p:txBody>
      </p:sp>
      <p:pic>
        <p:nvPicPr>
          <p:cNvPr id="3" name="Picture 2" descr="ts-host-key-changed.png">
            <a:extLst>
              <a:ext uri="{FF2B5EF4-FFF2-40B4-BE49-F238E27FC236}">
                <a16:creationId xmlns:a16="http://schemas.microsoft.com/office/drawing/2014/main" id="{DAE477CC-5A51-DE5E-1E27-B5B8CAE722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399" y="2393340"/>
            <a:ext cx="5877745" cy="2267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7091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66DA9-0669-0F41-F5D5-590960B2B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le 59">
            <a:extLst>
              <a:ext uri="{FF2B5EF4-FFF2-40B4-BE49-F238E27FC236}">
                <a16:creationId xmlns:a16="http://schemas.microsoft.com/office/drawing/2014/main" id="{F177D652-10FE-968D-9B2F-CC2D5F0F3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60704"/>
            <a:ext cx="7132320" cy="555825"/>
          </a:xfrm>
        </p:spPr>
        <p:txBody>
          <a:bodyPr>
            <a:normAutofit fontScale="90000"/>
          </a:bodyPr>
          <a:lstStyle/>
          <a:p>
            <a:r>
              <a:rPr lang="en-US" dirty="0"/>
              <a:t>Database simulation failed</a:t>
            </a:r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C173444E-2C05-57E3-B68B-F8DE6EAB3F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399" y="1771650"/>
            <a:ext cx="6817179" cy="710293"/>
          </a:xfrm>
        </p:spPr>
        <p:txBody>
          <a:bodyPr/>
          <a:lstStyle/>
          <a:p>
            <a:r>
              <a:rPr lang="en-US" dirty="0"/>
              <a:t>Database instance is not running simulated responses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79489463-80EB-E480-4A78-8F1905CF0B73}"/>
              </a:ext>
            </a:extLst>
          </p:cNvPr>
          <p:cNvSpPr>
            <a:spLocks noGrp="1"/>
          </p:cNvSpPr>
          <p:nvPr>
            <p:ph idx="56"/>
          </p:nvPr>
        </p:nvSpPr>
        <p:spPr>
          <a:xfrm>
            <a:off x="914399" y="2310493"/>
            <a:ext cx="7494815" cy="2065565"/>
          </a:xfrm>
        </p:spPr>
        <p:txBody>
          <a:bodyPr>
            <a:normAutofit fontScale="85000" lnSpcReduction="10000"/>
          </a:bodyPr>
          <a:lstStyle/>
          <a:p>
            <a:r>
              <a:rPr lang="en-US" sz="3200" b="1" dirty="0"/>
              <a:t>Solution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NCat</a:t>
            </a:r>
            <a:r>
              <a:rPr lang="en-US" dirty="0"/>
              <a:t> was not installed properly when running the script in the instance creation.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the instance is already created, run bash </a:t>
            </a:r>
            <a:r>
              <a:rPr lang="en-US" dirty="0" err="1"/>
              <a:t>sudo</a:t>
            </a:r>
            <a:r>
              <a:rPr lang="en-US" dirty="0"/>
              <a:t> </a:t>
            </a:r>
            <a:r>
              <a:rPr lang="en-US" dirty="0" err="1"/>
              <a:t>dnf</a:t>
            </a:r>
            <a:r>
              <a:rPr lang="en-US" dirty="0"/>
              <a:t> install </a:t>
            </a:r>
            <a:r>
              <a:rPr lang="en-US" dirty="0" err="1"/>
              <a:t>nmap-ncat</a:t>
            </a:r>
            <a:r>
              <a:rPr lang="en-US" dirty="0"/>
              <a:t>  to install the dependency.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solve the issue permanently (create a healthy database instance), modify the </a:t>
            </a:r>
            <a:r>
              <a:rPr lang="en-US" dirty="0" err="1"/>
              <a:t>userdata</a:t>
            </a:r>
            <a:r>
              <a:rPr lang="en-US" dirty="0"/>
              <a:t> script as follows:</a:t>
            </a:r>
          </a:p>
        </p:txBody>
      </p:sp>
      <p:sp>
        <p:nvSpPr>
          <p:cNvPr id="11" name="Slide Number Placeholder 13">
            <a:extLst>
              <a:ext uri="{FF2B5EF4-FFF2-40B4-BE49-F238E27FC236}">
                <a16:creationId xmlns:a16="http://schemas.microsoft.com/office/drawing/2014/main" id="{90131824-77DA-7E0C-9059-7F19DA795335}"/>
              </a:ext>
            </a:extLst>
          </p:cNvPr>
          <p:cNvSpPr txBox="1">
            <a:spLocks/>
          </p:cNvSpPr>
          <p:nvPr/>
        </p:nvSpPr>
        <p:spPr>
          <a:xfrm>
            <a:off x="11194169" y="6215665"/>
            <a:ext cx="458592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7FEACEE-25B4-4A2D-B147-27296E36371D}" type="slidenum">
              <a:rPr kumimoji="0" lang="en-US" altLang="zh-CN" sz="120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zh-CN" sz="1200" u="none" strike="noStrike" kern="120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629BF18-D7B0-F622-7011-35C5EF8223E2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12</a:t>
            </a:fld>
            <a:endParaRPr lang="en-US" altLang="zh-CN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2E2851-89C7-3E2A-AC32-3BB60C52E9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398" y="4425505"/>
            <a:ext cx="4716277" cy="1991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8133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CEC29-2F05-D7E4-A266-08C74BE4F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10" y="2016579"/>
            <a:ext cx="4441188" cy="2775857"/>
          </a:xfrm>
        </p:spPr>
        <p:txBody>
          <a:bodyPr/>
          <a:lstStyle/>
          <a:p>
            <a:r>
              <a:rPr lang="en-US" dirty="0"/>
              <a:t>Cost Analysis</a:t>
            </a:r>
          </a:p>
        </p:txBody>
      </p:sp>
      <p:pic>
        <p:nvPicPr>
          <p:cNvPr id="5" name="Picture Placeholder 4" descr="A person looking at a person who is looking at a computer screen">
            <a:extLst>
              <a:ext uri="{FF2B5EF4-FFF2-40B4-BE49-F238E27FC236}">
                <a16:creationId xmlns:a16="http://schemas.microsoft.com/office/drawing/2014/main" id="{867EED95-1785-2CFF-AB72-C7852C4B1E15}"/>
              </a:ext>
            </a:extLst>
          </p:cNvPr>
          <p:cNvPicPr>
            <a:picLocks noGrp="1" noChangeAspect="1"/>
          </p:cNvPicPr>
          <p:nvPr>
            <p:ph type="pic" sz="quarter" idx="48"/>
          </p:nvPr>
        </p:nvPicPr>
        <p:blipFill>
          <a:blip r:embed="rId2"/>
          <a:srcRect t="11651" b="11651"/>
          <a:stretch/>
        </p:blipFill>
        <p:spPr>
          <a:xfrm>
            <a:off x="914400" y="539496"/>
            <a:ext cx="5025207" cy="5779008"/>
          </a:xfrm>
        </p:spPr>
      </p:pic>
    </p:spTree>
    <p:extLst>
      <p:ext uri="{BB962C8B-B14F-4D97-AF65-F5344CB8AC3E}">
        <p14:creationId xmlns:p14="http://schemas.microsoft.com/office/powerpoint/2010/main" val="11482279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C59F6-9B22-C211-4B4C-A2FD4B914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4392386" cy="2103120"/>
          </a:xfrm>
          <a:noFill/>
        </p:spPr>
        <p:txBody>
          <a:bodyPr anchor="b" anchorCtr="0">
            <a:noAutofit/>
          </a:bodyPr>
          <a:lstStyle/>
          <a:p>
            <a:r>
              <a:rPr lang="en-US" dirty="0"/>
              <a:t>Monthly Cost Breakdown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231D8C-5C7D-BFD9-19A4-7628C1400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14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F749A9E-07B0-AEEA-7E62-F394FDDBA2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28" r="1602"/>
          <a:stretch>
            <a:fillRect/>
          </a:stretch>
        </p:blipFill>
        <p:spPr>
          <a:xfrm>
            <a:off x="5306786" y="1916559"/>
            <a:ext cx="5359593" cy="4301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6306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21E73BA-53B9-C0C1-476A-00736A64A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5576" y="1499616"/>
            <a:ext cx="7955280" cy="1335024"/>
          </a:xfrm>
        </p:spPr>
        <p:txBody>
          <a:bodyPr anchor="b" anchorCtr="0"/>
          <a:lstStyle/>
          <a:p>
            <a:r>
              <a:rPr lang="en-US" dirty="0"/>
              <a:t>Cost optimization strategies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78180D0-1AB6-8416-0EB1-10648E1A605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465575" y="3108960"/>
            <a:ext cx="7833795" cy="310896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Enable auto-scaling to launch only sufficient instances to keep the system working.</a:t>
            </a:r>
          </a:p>
          <a:p>
            <a:r>
              <a:rPr lang="en-US" dirty="0"/>
              <a:t>Add VPC Endpoints for services such as RDS, Systems Manager, CloudWatch to reduce NAT Gateway usage.</a:t>
            </a:r>
          </a:p>
          <a:p>
            <a:r>
              <a:rPr lang="en-US" dirty="0"/>
              <a:t>Apply Saving Plans for stable EC2 workloads to reduce On-demand costs.</a:t>
            </a:r>
          </a:p>
          <a:p>
            <a:r>
              <a:rPr lang="en-US" dirty="0"/>
              <a:t>If acceptable for non-critical workloads, run a Single-AZ RDS instance instead of Multi-AZ (roughly halves the RDS compute cost)</a:t>
            </a:r>
          </a:p>
          <a:p>
            <a:r>
              <a:rPr lang="en-US" dirty="0"/>
              <a:t>Optimize logging retention</a:t>
            </a:r>
          </a:p>
          <a:p>
            <a:r>
              <a:rPr lang="en-US" dirty="0"/>
              <a:t>Revisit instance sizes after collecting 30–60 days of CloudWatch metrics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2E4D147-B48C-ADE3-3FEF-627D467699A2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>
          <a:xfrm>
            <a:off x="11194169" y="6217920"/>
            <a:ext cx="458592" cy="365125"/>
          </a:xfrm>
        </p:spPr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15</a:t>
            </a:fld>
            <a:endParaRPr lang="en-US" altLang="zh-CN" noProof="0" dirty="0"/>
          </a:p>
        </p:txBody>
      </p:sp>
      <p:sp>
        <p:nvSpPr>
          <p:cNvPr id="15" name="Slide Number Placeholder 13">
            <a:extLst>
              <a:ext uri="{FF2B5EF4-FFF2-40B4-BE49-F238E27FC236}">
                <a16:creationId xmlns:a16="http://schemas.microsoft.com/office/drawing/2014/main" id="{55AB7753-4245-72E4-BEDB-33038672BA35}"/>
              </a:ext>
            </a:extLst>
          </p:cNvPr>
          <p:cNvSpPr txBox="1">
            <a:spLocks/>
          </p:cNvSpPr>
          <p:nvPr/>
        </p:nvSpPr>
        <p:spPr>
          <a:xfrm>
            <a:off x="11194169" y="6215665"/>
            <a:ext cx="458592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7FEACEE-25B4-4A2D-B147-27296E36371D}" type="slidenum">
              <a:rPr kumimoji="0" lang="en-US" altLang="zh-CN" sz="120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zh-CN" sz="1200" u="none" strike="noStrike" kern="120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5197270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45B99-C486-0D5A-266B-63FD9A566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1ADAA-FCDF-139A-FB6A-84908BACF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6382" y="2220686"/>
            <a:ext cx="4845817" cy="3722914"/>
          </a:xfrm>
        </p:spPr>
        <p:txBody>
          <a:bodyPr lIns="0" anchor="t" anchorCtr="0"/>
          <a:lstStyle/>
          <a:p>
            <a:r>
              <a:rPr lang="en-US" dirty="0"/>
              <a:t>Improvements &amp; Next Steps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9A9C721F-1150-07F1-5557-B606079EC7B1}"/>
              </a:ext>
            </a:extLst>
          </p:cNvPr>
          <p:cNvPicPr>
            <a:picLocks noGrp="1" noChangeAspect="1"/>
          </p:cNvPicPr>
          <p:nvPr>
            <p:ph type="pic" sz="quarter" idx="47"/>
          </p:nvPr>
        </p:nvPicPr>
        <p:blipFill>
          <a:blip r:embed="rId2"/>
          <a:srcRect l="17500" r="17500"/>
          <a:stretch>
            <a:fillRect/>
          </a:stretch>
        </p:blipFill>
        <p:spPr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6998099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932CA-B4BF-DF3D-BF05-AC797E94B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6F98315-F512-E3B6-FA1C-57C30F949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5576" y="571500"/>
            <a:ext cx="7955280" cy="767443"/>
          </a:xfrm>
        </p:spPr>
        <p:txBody>
          <a:bodyPr anchor="b" anchorCtr="0"/>
          <a:lstStyle/>
          <a:p>
            <a:r>
              <a:rPr lang="en-US" dirty="0"/>
              <a:t>Improvements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493B2DD-703A-2F23-608B-828164B7173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465575" y="1502229"/>
            <a:ext cx="3568271" cy="471569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/>
              <a:t>Short-term</a:t>
            </a:r>
            <a:endParaRPr lang="en-US" b="1" dirty="0"/>
          </a:p>
          <a:p>
            <a:r>
              <a:rPr lang="en-US" dirty="0"/>
              <a:t>Replace the bastion host with AWS Systems Manager Session Manager</a:t>
            </a:r>
          </a:p>
          <a:p>
            <a:r>
              <a:rPr lang="en-US" dirty="0"/>
              <a:t>Replace database placeholder with RDS Database</a:t>
            </a:r>
          </a:p>
          <a:p>
            <a:r>
              <a:rPr lang="en-US" dirty="0"/>
              <a:t>Update health checks in application to monitor CPU Utilization</a:t>
            </a:r>
          </a:p>
          <a:p>
            <a:r>
              <a:rPr lang="en-US" dirty="0"/>
              <a:t>Add Logging: CloudTrail, ALB Access Logs, NAT Gateway Metrics to improve troubleshooting</a:t>
            </a:r>
          </a:p>
          <a:p>
            <a:r>
              <a:rPr lang="en-US" dirty="0"/>
              <a:t>Remove unused rules in Security Groups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33E52F-6E5C-AC89-AD3D-9EDCF215CA44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>
          <a:xfrm>
            <a:off x="11194169" y="6217920"/>
            <a:ext cx="458592" cy="365125"/>
          </a:xfrm>
        </p:spPr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17</a:t>
            </a:fld>
            <a:endParaRPr lang="en-US" altLang="zh-CN" noProof="0" dirty="0"/>
          </a:p>
        </p:txBody>
      </p:sp>
      <p:sp>
        <p:nvSpPr>
          <p:cNvPr id="15" name="Slide Number Placeholder 13">
            <a:extLst>
              <a:ext uri="{FF2B5EF4-FFF2-40B4-BE49-F238E27FC236}">
                <a16:creationId xmlns:a16="http://schemas.microsoft.com/office/drawing/2014/main" id="{69DEFAC5-91A3-28CF-C7CB-29DE8D6C77A6}"/>
              </a:ext>
            </a:extLst>
          </p:cNvPr>
          <p:cNvSpPr txBox="1">
            <a:spLocks/>
          </p:cNvSpPr>
          <p:nvPr/>
        </p:nvSpPr>
        <p:spPr>
          <a:xfrm>
            <a:off x="11194169" y="6215665"/>
            <a:ext cx="458592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7FEACEE-25B4-4A2D-B147-27296E36371D}" type="slidenum">
              <a:rPr kumimoji="0" lang="en-US" altLang="zh-CN" sz="120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zh-CN" sz="1200" u="none" strike="noStrike" kern="120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8AC965CD-806B-771E-A059-A6EAFDB30C8A}"/>
              </a:ext>
            </a:extLst>
          </p:cNvPr>
          <p:cNvSpPr txBox="1">
            <a:spLocks/>
          </p:cNvSpPr>
          <p:nvPr/>
        </p:nvSpPr>
        <p:spPr>
          <a:xfrm>
            <a:off x="7625898" y="1497719"/>
            <a:ext cx="3568271" cy="471569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512064" indent="-512064" algn="l" defTabSz="914400" rtl="0" eaLnBrk="1" latinLnBrk="0" hangingPunct="1">
              <a:lnSpc>
                <a:spcPct val="90000"/>
              </a:lnSpc>
              <a:spcBef>
                <a:spcPts val="1500"/>
              </a:spcBef>
              <a:buFont typeface="+mj-lt"/>
              <a:buAutoNum type="arabicPeriod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1097280" indent="-512064" algn="l" defTabSz="914400" rtl="0" eaLnBrk="1" latinLnBrk="0" hangingPunct="1">
              <a:lnSpc>
                <a:spcPct val="90000"/>
              </a:lnSpc>
              <a:spcBef>
                <a:spcPts val="1500"/>
              </a:spcBef>
              <a:buFont typeface="+mj-lt"/>
              <a:buAutoNum type="alphaLcPeriod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645920" indent="-512064" algn="l" defTabSz="914400" rtl="0" eaLnBrk="1" latinLnBrk="0" hangingPunct="1">
              <a:lnSpc>
                <a:spcPct val="90000"/>
              </a:lnSpc>
              <a:spcBef>
                <a:spcPts val="1500"/>
              </a:spcBef>
              <a:buFont typeface="+mj-lt"/>
              <a:buAutoNum type="romanLcPeriod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2194560" indent="-512064" algn="l" defTabSz="914400" rtl="0" eaLnBrk="1" latinLnBrk="0" hangingPunct="1">
              <a:lnSpc>
                <a:spcPct val="90000"/>
              </a:lnSpc>
              <a:spcBef>
                <a:spcPts val="1500"/>
              </a:spcBef>
              <a:buFont typeface="+mj-lt"/>
              <a:buAutoNum type="arabicParenR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-347472" algn="l" defTabSz="9144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+mj-lt"/>
              <a:buNone/>
            </a:pPr>
            <a:r>
              <a:rPr lang="en-US" sz="2200" b="1" dirty="0"/>
              <a:t>Long-term</a:t>
            </a:r>
          </a:p>
          <a:p>
            <a:r>
              <a:rPr lang="en-US" dirty="0"/>
              <a:t>Add VPC Endpoints: Create Interface/Gateway Endpoints for services like S3, DynamoDB, Systems Manager, Secrets Manager</a:t>
            </a:r>
          </a:p>
          <a:p>
            <a:r>
              <a:rPr lang="en-US"/>
              <a:t>Add </a:t>
            </a:r>
            <a:r>
              <a:rPr lang="en-US" dirty="0"/>
              <a:t>Auto-scaling </a:t>
            </a:r>
            <a:r>
              <a:rPr lang="en-US" dirty="0" err="1"/>
              <a:t>por</a:t>
            </a:r>
            <a:r>
              <a:rPr lang="en-US" dirty="0"/>
              <a:t> application tier</a:t>
            </a:r>
          </a:p>
          <a:p>
            <a:r>
              <a:rPr lang="en-US" dirty="0"/>
              <a:t>Increase security with Zero Trust/Least privilege principle: IAM authentication, Session Manager, service-to-service authentication.</a:t>
            </a:r>
          </a:p>
          <a:p>
            <a:r>
              <a:rPr lang="en-US" dirty="0"/>
              <a:t>For stricter security requirements, use services like AWS Network Firewall, Stateful Inspection, Domain filtering</a:t>
            </a:r>
          </a:p>
        </p:txBody>
      </p:sp>
    </p:spTree>
    <p:extLst>
      <p:ext uri="{BB962C8B-B14F-4D97-AF65-F5344CB8AC3E}">
        <p14:creationId xmlns:p14="http://schemas.microsoft.com/office/powerpoint/2010/main" val="35128893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97D6C-2B37-B9EF-D552-22C2B7994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067A5-FA5B-84D0-78B4-35C2DF718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10" y="2016579"/>
            <a:ext cx="4441188" cy="2775857"/>
          </a:xfrm>
        </p:spPr>
        <p:txBody>
          <a:bodyPr/>
          <a:lstStyle/>
          <a:p>
            <a:r>
              <a:rPr lang="en-US" dirty="0"/>
              <a:t>Live Demo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1AD50C07-1EA2-EBD3-7FBF-A7F33819D3BB}"/>
              </a:ext>
            </a:extLst>
          </p:cNvPr>
          <p:cNvPicPr>
            <a:picLocks noGrp="1" noChangeAspect="1"/>
          </p:cNvPicPr>
          <p:nvPr>
            <p:ph type="pic" sz="quarter" idx="48"/>
          </p:nvPr>
        </p:nvPicPr>
        <p:blipFill>
          <a:blip r:embed="rId2"/>
          <a:srcRect l="19133" r="19133"/>
          <a:stretch>
            <a:fillRect/>
          </a:stretch>
        </p:blipFill>
        <p:spPr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7103168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6655F-266F-392E-3132-1F6021FF9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D7D0B-B013-B95B-C6DD-C9BCB763B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7204" y="2041071"/>
            <a:ext cx="1577591" cy="2775857"/>
          </a:xfrm>
        </p:spPr>
        <p:txBody>
          <a:bodyPr/>
          <a:lstStyle/>
          <a:p>
            <a:r>
              <a:rPr lang="en-US" dirty="0"/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28659623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AD2C8D04-263D-9589-1CFF-A5968D7C3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0" y="731520"/>
            <a:ext cx="5394960" cy="210312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B993E4D5-4AD0-4740-096D-6822944C8FF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035040" y="3108960"/>
            <a:ext cx="5394960" cy="1879791"/>
          </a:xfrm>
        </p:spPr>
        <p:txBody>
          <a:bodyPr/>
          <a:lstStyle/>
          <a:p>
            <a:r>
              <a:rPr lang="en-US" dirty="0"/>
              <a:t>Julio Cesar Aldana Almanza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927941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7">
      <a:dk1>
        <a:srgbClr val="000000"/>
      </a:dk1>
      <a:lt1>
        <a:srgbClr val="FFFFFF"/>
      </a:lt1>
      <a:dk2>
        <a:srgbClr val="0F253E"/>
      </a:dk2>
      <a:lt2>
        <a:srgbClr val="E7E6E6"/>
      </a:lt2>
      <a:accent1>
        <a:srgbClr val="4472C4"/>
      </a:accent1>
      <a:accent2>
        <a:srgbClr val="B83903"/>
      </a:accent2>
      <a:accent3>
        <a:srgbClr val="75262A"/>
      </a:accent3>
      <a:accent4>
        <a:srgbClr val="F79320"/>
      </a:accent4>
      <a:accent5>
        <a:srgbClr val="44668D"/>
      </a:accent5>
      <a:accent6>
        <a:srgbClr val="0F253E"/>
      </a:accent6>
      <a:hlink>
        <a:srgbClr val="AEC0D9"/>
      </a:hlink>
      <a:folHlink>
        <a:srgbClr val="B83903"/>
      </a:folHlink>
    </a:clrScheme>
    <a:fontScheme name="Custom 16">
      <a:majorFont>
        <a:latin typeface="Posterama"/>
        <a:ea typeface=""/>
        <a:cs typeface=""/>
      </a:majorFont>
      <a:minorFont>
        <a:latin typeface="Abad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/>
      <a:lstStyle>
        <a:defPPr marL="0" indent="0" algn="ctr">
          <a:lnSpc>
            <a:spcPct val="100000"/>
          </a:lnSpc>
          <a:spcBef>
            <a:spcPts val="0"/>
          </a:spcBef>
          <a:buFontTx/>
          <a:buNone/>
          <a:defRPr sz="1800" smtClean="0">
            <a:solidFill>
              <a:prstClr val="white"/>
            </a:solidFill>
            <a:latin typeface="Posterama" panose="020B0504020200020000" pitchFamily="34" charset="0"/>
            <a:ea typeface="微软雅黑"/>
            <a:cs typeface="Posterama" panose="020B0504020200020000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M9027928_win32_EF_v4" id="{FA821E7E-D625-4DCD-A30E-3216B54C8383}" vid="{DE28BE6C-8054-44B2-A92D-A1CAFC256BDB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8DB3C62-858A-4A01-AFEF-21E0BB8CE26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B0009351-EDD4-484E-ACD6-D50CCB13763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9897CAE-455D-42C9-A951-0C21BC12254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{7BEB8980-4EAD-439C-A342-2CA3C506FA36}TF63aebcec-8e39-4664-940a-dd6c2f00c54d020a9832_win32-3cdd3ee32610</Template>
  <TotalTime>58</TotalTime>
  <Words>598</Words>
  <Application>Microsoft Office PowerPoint</Application>
  <PresentationFormat>Widescreen</PresentationFormat>
  <Paragraphs>115</Paragraphs>
  <Slides>20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等线</vt:lpstr>
      <vt:lpstr>Abadi</vt:lpstr>
      <vt:lpstr>Arial</vt:lpstr>
      <vt:lpstr>Calibri</vt:lpstr>
      <vt:lpstr>Calibri Light</vt:lpstr>
      <vt:lpstr>Posterama</vt:lpstr>
      <vt:lpstr>Posterama Text SemiBold</vt:lpstr>
      <vt:lpstr>Custom</vt:lpstr>
      <vt:lpstr>Three-Tier Cloud Architecture Deployment</vt:lpstr>
      <vt:lpstr>Agenda </vt:lpstr>
      <vt:lpstr>Three-Tier Architecture</vt:lpstr>
      <vt:lpstr>Network strategy</vt:lpstr>
      <vt:lpstr>Traffic Flow</vt:lpstr>
      <vt:lpstr>Security Groups</vt:lpstr>
      <vt:lpstr>Three-Tier Architecture</vt:lpstr>
      <vt:lpstr>Challenges &amp; Solutions</vt:lpstr>
      <vt:lpstr>Application Instance stars unhealthy</vt:lpstr>
      <vt:lpstr>Application not running on restart</vt:lpstr>
      <vt:lpstr>Host key verification failed</vt:lpstr>
      <vt:lpstr>Database simulation failed</vt:lpstr>
      <vt:lpstr>Cost Analysis</vt:lpstr>
      <vt:lpstr>Monthly Cost Breakdown</vt:lpstr>
      <vt:lpstr>Cost optimization strategies</vt:lpstr>
      <vt:lpstr>Improvements &amp; Next Steps</vt:lpstr>
      <vt:lpstr>Improvements</vt:lpstr>
      <vt:lpstr>Live Demo</vt:lpstr>
      <vt:lpstr>Q&amp;A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OSCAR ALEXIS ALDANA ALMANZA</dc:creator>
  <cp:lastModifiedBy>OSCAR ALEXIS ALDANA ALMANZA</cp:lastModifiedBy>
  <cp:revision>7</cp:revision>
  <dcterms:created xsi:type="dcterms:W3CDTF">2026-07-25T15:37:27Z</dcterms:created>
  <dcterms:modified xsi:type="dcterms:W3CDTF">2026-07-27T09:22:56Z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